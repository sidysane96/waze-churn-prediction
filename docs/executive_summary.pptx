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  <p:sldMasterId id="2147483662" r:id="rId5"/>
  </p:sldMasterIdLst>
  <p:notesMasterIdLst>
    <p:notesMasterId r:id="rId6"/>
  </p:notesMasterIdLst>
  <p:sldIdLst>
    <p:sldId id="260" r:id="rId11"/>
  </p:sldIdLst>
  <p:sldSz cy="10058400" cx="7772400"/>
  <p:notesSz cx="6858000" cy="9144000"/>
  <p:embeddedFontLst>
    <p:embeddedFont>
      <p:font typeface="Google Sans SemiBold"/>
      <p:regular r:id="rId14"/>
      <p:bold r:id="rId15"/>
      <p:italic r:id="rId16"/>
      <p:boldItalic r:id="rId17"/>
    </p:embeddedFont>
    <p:embeddedFont>
      <p:font typeface="Roboto"/>
      <p:regular r:id="rId18"/>
      <p:bold r:id="rId19"/>
      <p:italic r:id="rId20"/>
      <p:boldItalic r:id="rId21"/>
    </p:embeddedFont>
    <p:embeddedFont>
      <p:font typeface="PT Sans Narrow"/>
      <p:regular r:id="rId22"/>
      <p:bold r:id="rId23"/>
    </p:embeddedFont>
    <p:embeddedFont>
      <p:font typeface="Lato"/>
      <p:regular r:id="rId24"/>
      <p:bold r:id="rId25"/>
      <p:italic r:id="rId26"/>
      <p:boldItalic r:id="rId27"/>
    </p:embeddedFont>
    <p:embeddedFont>
      <p:font typeface="Google Sans"/>
      <p:regular r:id="rId28"/>
      <p:bold r:id="rId29"/>
      <p:italic r:id="rId30"/>
      <p:boldItalic r:id="rId31"/>
    </p:embeddedFont>
    <p:embeddedFont>
      <p:font typeface="Work Sans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168">
          <p15:clr>
            <a:srgbClr val="A4A3A4"/>
          </p15:clr>
        </p15:guide>
        <p15:guide id="2" pos="244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168" orient="horz"/>
        <p:guide pos="2448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11" Type="http://schemas.openxmlformats.org/officeDocument/2006/relationships/slide" Target="slides/slide5.xml"/><Relationship Id="rId14" Type="http://schemas.openxmlformats.org/officeDocument/2006/relationships/font" Target="fonts/GoogleSansSemiBold-regular.fntdata"/><Relationship Id="rId15" Type="http://schemas.openxmlformats.org/officeDocument/2006/relationships/font" Target="fonts/GoogleSansSemiBold-bold.fntdata"/><Relationship Id="rId16" Type="http://schemas.openxmlformats.org/officeDocument/2006/relationships/font" Target="fonts/GoogleSansSemiBold-italic.fntdata"/><Relationship Id="rId17" Type="http://schemas.openxmlformats.org/officeDocument/2006/relationships/font" Target="fonts/GoogleSansSemiBold-boldItalic.fntdata"/><Relationship Id="rId18" Type="http://schemas.openxmlformats.org/officeDocument/2006/relationships/font" Target="fonts/Roboto-regular.fntdata"/><Relationship Id="rId19" Type="http://schemas.openxmlformats.org/officeDocument/2006/relationships/font" Target="fonts/Roboto-bold.fntdata"/><Relationship Id="rId20" Type="http://schemas.openxmlformats.org/officeDocument/2006/relationships/font" Target="fonts/Roboto-italic.fntdata"/><Relationship Id="rId21" Type="http://schemas.openxmlformats.org/officeDocument/2006/relationships/font" Target="fonts/Roboto-boldItalic.fntdata"/><Relationship Id="rId22" Type="http://schemas.openxmlformats.org/officeDocument/2006/relationships/font" Target="fonts/PTSansNarrow-regular.fntdata"/><Relationship Id="rId23" Type="http://schemas.openxmlformats.org/officeDocument/2006/relationships/font" Target="fonts/PTSansNarrow-bold.fntdata"/><Relationship Id="rId24" Type="http://schemas.openxmlformats.org/officeDocument/2006/relationships/font" Target="fonts/Lato-regular.fntdata"/><Relationship Id="rId25" Type="http://schemas.openxmlformats.org/officeDocument/2006/relationships/font" Target="fonts/Lato-bold.fntdata"/><Relationship Id="rId26" Type="http://schemas.openxmlformats.org/officeDocument/2006/relationships/font" Target="fonts/Lato-italic.fntdata"/><Relationship Id="rId27" Type="http://schemas.openxmlformats.org/officeDocument/2006/relationships/font" Target="fonts/Lato-boldItalic.fntdata"/><Relationship Id="rId28" Type="http://schemas.openxmlformats.org/officeDocument/2006/relationships/font" Target="fonts/GoogleSans-regular.fntdata"/><Relationship Id="rId29" Type="http://schemas.openxmlformats.org/officeDocument/2006/relationships/font" Target="fonts/GoogleSans-bold.fntdata"/><Relationship Id="rId30" Type="http://schemas.openxmlformats.org/officeDocument/2006/relationships/font" Target="fonts/GoogleSans-italic.fntdata"/><Relationship Id="rId31" Type="http://schemas.openxmlformats.org/officeDocument/2006/relationships/font" Target="fonts/GoogleSans-boldItalic.fntdata"/><Relationship Id="rId32" Type="http://schemas.openxmlformats.org/officeDocument/2006/relationships/font" Target="fonts/WorkSans-regular.fntdata"/><Relationship Id="rId33" Type="http://schemas.openxmlformats.org/officeDocument/2006/relationships/font" Target="fonts/WorkSans-bold.fntdata"/><Relationship Id="rId34" Type="http://schemas.openxmlformats.org/officeDocument/2006/relationships/font" Target="fonts/WorkSans-italic.fntdata"/><Relationship Id="rId35" Type="http://schemas.openxmlformats.org/officeDocument/2006/relationships/font" Target="fonts/WorkSans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1e3a6309cc6_3_334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1e3a6309cc6_3_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1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oogle Shape;11;p2"/>
          <p:cNvGrpSpPr/>
          <p:nvPr/>
        </p:nvGrpSpPr>
        <p:grpSpPr>
          <a:xfrm>
            <a:off x="172055" y="1468890"/>
            <a:ext cx="7434543" cy="62982"/>
            <a:chOff x="1890075" y="5241175"/>
            <a:chExt cx="4240556" cy="2577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16" name="Google Shape;16;p2"/>
          <p:cNvSpPr/>
          <p:nvPr/>
        </p:nvSpPr>
        <p:spPr>
          <a:xfrm>
            <a:off x="172050" y="2765600"/>
            <a:ext cx="3076800" cy="7293000"/>
          </a:xfrm>
          <a:prstGeom prst="roundRect">
            <a:avLst>
              <a:gd fmla="val 0" name="adj"/>
            </a:avLst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grpSp>
        <p:nvGrpSpPr>
          <p:cNvPr id="17" name="Google Shape;17;p2"/>
          <p:cNvGrpSpPr/>
          <p:nvPr/>
        </p:nvGrpSpPr>
        <p:grpSpPr>
          <a:xfrm>
            <a:off x="168930" y="2702615"/>
            <a:ext cx="7434543" cy="62982"/>
            <a:chOff x="1890075" y="5241175"/>
            <a:chExt cx="4240556" cy="257700"/>
          </a:xfrm>
        </p:grpSpPr>
        <p:sp>
          <p:nvSpPr>
            <p:cNvPr id="18" name="Google Shape;18;p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cxnSp>
        <p:nvCxnSpPr>
          <p:cNvPr id="22" name="Google Shape;22;p2"/>
          <p:cNvCxnSpPr>
            <a:stCxn id="12" idx="0"/>
          </p:cNvCxnSpPr>
          <p:nvPr/>
        </p:nvCxnSpPr>
        <p:spPr>
          <a:xfrm>
            <a:off x="172055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" name="Google Shape;23;p2"/>
          <p:cNvCxnSpPr/>
          <p:nvPr/>
        </p:nvCxnSpPr>
        <p:spPr>
          <a:xfrm>
            <a:off x="7603480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4" name="Google Shape;24;p2"/>
          <p:cNvGrpSpPr/>
          <p:nvPr/>
        </p:nvGrpSpPr>
        <p:grpSpPr>
          <a:xfrm>
            <a:off x="0" y="3413775"/>
            <a:ext cx="3530025" cy="746350"/>
            <a:chOff x="0" y="3156075"/>
            <a:chExt cx="3530025" cy="746350"/>
          </a:xfrm>
        </p:grpSpPr>
        <p:sp>
          <p:nvSpPr>
            <p:cNvPr id="25" name="Google Shape;25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27" name="Google Shape;27;p2"/>
          <p:cNvGrpSpPr/>
          <p:nvPr/>
        </p:nvGrpSpPr>
        <p:grpSpPr>
          <a:xfrm>
            <a:off x="3248850" y="2867100"/>
            <a:ext cx="4936034" cy="746350"/>
            <a:chOff x="0" y="3156075"/>
            <a:chExt cx="3530025" cy="746350"/>
          </a:xfrm>
        </p:grpSpPr>
        <p:sp>
          <p:nvSpPr>
            <p:cNvPr id="28" name="Google Shape;28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3248850" y="7166275"/>
            <a:ext cx="4936034" cy="746350"/>
            <a:chOff x="0" y="3156075"/>
            <a:chExt cx="3530025" cy="746350"/>
          </a:xfrm>
        </p:grpSpPr>
        <p:sp>
          <p:nvSpPr>
            <p:cNvPr id="31" name="Google Shape;31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33" name="Google Shape;33;p2"/>
          <p:cNvSpPr txBox="1"/>
          <p:nvPr/>
        </p:nvSpPr>
        <p:spPr>
          <a:xfrm>
            <a:off x="188700" y="3410750"/>
            <a:ext cx="3074400" cy="463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Key Insights </a:t>
            </a:r>
            <a:endParaRPr sz="1900">
              <a:solidFill>
                <a:schemeClr val="lt2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34" name="Google Shape;34;p2"/>
          <p:cNvSpPr txBox="1"/>
          <p:nvPr/>
        </p:nvSpPr>
        <p:spPr>
          <a:xfrm>
            <a:off x="3263100" y="2852500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Details </a:t>
            </a:r>
            <a:endParaRPr sz="1900">
              <a:solidFill>
                <a:schemeClr val="lt2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35" name="Google Shape;35;p2"/>
          <p:cNvSpPr txBox="1"/>
          <p:nvPr/>
        </p:nvSpPr>
        <p:spPr>
          <a:xfrm>
            <a:off x="3263100" y="7164075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Next Steps </a:t>
            </a:r>
            <a:endParaRPr sz="1900">
              <a:solidFill>
                <a:schemeClr val="lt2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grpSp>
        <p:nvGrpSpPr>
          <p:cNvPr id="36" name="Google Shape;36;p2"/>
          <p:cNvGrpSpPr/>
          <p:nvPr/>
        </p:nvGrpSpPr>
        <p:grpSpPr>
          <a:xfrm>
            <a:off x="172055" y="1468890"/>
            <a:ext cx="7434543" cy="62982"/>
            <a:chOff x="1890075" y="5241175"/>
            <a:chExt cx="4240556" cy="257700"/>
          </a:xfrm>
        </p:grpSpPr>
        <p:sp>
          <p:nvSpPr>
            <p:cNvPr id="37" name="Google Shape;37;p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8" name="Google Shape;38;p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9" name="Google Shape;39;p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40" name="Google Shape;40;p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41" name="Google Shape;41;p2"/>
          <p:cNvSpPr/>
          <p:nvPr/>
        </p:nvSpPr>
        <p:spPr>
          <a:xfrm>
            <a:off x="172050" y="2765600"/>
            <a:ext cx="3076800" cy="7293000"/>
          </a:xfrm>
          <a:prstGeom prst="roundRect">
            <a:avLst>
              <a:gd fmla="val 0" name="adj"/>
            </a:avLst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</a:endParaRPr>
          </a:p>
        </p:txBody>
      </p:sp>
      <p:grpSp>
        <p:nvGrpSpPr>
          <p:cNvPr id="42" name="Google Shape;42;p2"/>
          <p:cNvGrpSpPr/>
          <p:nvPr/>
        </p:nvGrpSpPr>
        <p:grpSpPr>
          <a:xfrm>
            <a:off x="168930" y="2702615"/>
            <a:ext cx="7434543" cy="62982"/>
            <a:chOff x="1890075" y="5241175"/>
            <a:chExt cx="4240556" cy="257700"/>
          </a:xfrm>
        </p:grpSpPr>
        <p:sp>
          <p:nvSpPr>
            <p:cNvPr id="43" name="Google Shape;43;p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44" name="Google Shape;44;p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45" name="Google Shape;45;p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46" name="Google Shape;46;p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cxnSp>
        <p:nvCxnSpPr>
          <p:cNvPr id="47" name="Google Shape;47;p2"/>
          <p:cNvCxnSpPr>
            <a:stCxn id="37" idx="0"/>
          </p:cNvCxnSpPr>
          <p:nvPr/>
        </p:nvCxnSpPr>
        <p:spPr>
          <a:xfrm>
            <a:off x="172055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" name="Google Shape;48;p2"/>
          <p:cNvCxnSpPr/>
          <p:nvPr/>
        </p:nvCxnSpPr>
        <p:spPr>
          <a:xfrm>
            <a:off x="7603480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9" name="Google Shape;49;p2"/>
          <p:cNvGrpSpPr/>
          <p:nvPr/>
        </p:nvGrpSpPr>
        <p:grpSpPr>
          <a:xfrm>
            <a:off x="0" y="3413775"/>
            <a:ext cx="3530025" cy="746350"/>
            <a:chOff x="0" y="3156075"/>
            <a:chExt cx="3530025" cy="746350"/>
          </a:xfrm>
        </p:grpSpPr>
        <p:sp>
          <p:nvSpPr>
            <p:cNvPr id="50" name="Google Shape;50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52" name="Google Shape;52;p2"/>
          <p:cNvGrpSpPr/>
          <p:nvPr/>
        </p:nvGrpSpPr>
        <p:grpSpPr>
          <a:xfrm>
            <a:off x="3248850" y="2867100"/>
            <a:ext cx="4936034" cy="746350"/>
            <a:chOff x="0" y="3156075"/>
            <a:chExt cx="3530025" cy="746350"/>
          </a:xfrm>
        </p:grpSpPr>
        <p:sp>
          <p:nvSpPr>
            <p:cNvPr id="53" name="Google Shape;53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55" name="Google Shape;55;p2"/>
          <p:cNvGrpSpPr/>
          <p:nvPr/>
        </p:nvGrpSpPr>
        <p:grpSpPr>
          <a:xfrm>
            <a:off x="3248850" y="7166275"/>
            <a:ext cx="4936034" cy="746350"/>
            <a:chOff x="0" y="3156075"/>
            <a:chExt cx="3530025" cy="746350"/>
          </a:xfrm>
        </p:grpSpPr>
        <p:sp>
          <p:nvSpPr>
            <p:cNvPr id="56" name="Google Shape;56;p2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58" name="Google Shape;58;p2"/>
          <p:cNvSpPr txBox="1"/>
          <p:nvPr/>
        </p:nvSpPr>
        <p:spPr>
          <a:xfrm>
            <a:off x="188700" y="3410750"/>
            <a:ext cx="3074400" cy="463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EEEEEE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Key Insights </a:t>
            </a:r>
            <a:endParaRPr sz="1900">
              <a:solidFill>
                <a:srgbClr val="EEEEEE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59" name="Google Shape;59;p2"/>
          <p:cNvSpPr txBox="1"/>
          <p:nvPr/>
        </p:nvSpPr>
        <p:spPr>
          <a:xfrm>
            <a:off x="3263100" y="2852500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EEEEEE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Details </a:t>
            </a:r>
            <a:endParaRPr sz="1900">
              <a:solidFill>
                <a:srgbClr val="EEEEEE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60" name="Google Shape;60;p2"/>
          <p:cNvSpPr txBox="1"/>
          <p:nvPr/>
        </p:nvSpPr>
        <p:spPr>
          <a:xfrm>
            <a:off x="3263100" y="7164075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EEEEEE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Next Steps </a:t>
            </a:r>
            <a:endParaRPr sz="1900">
              <a:solidFill>
                <a:srgbClr val="EEEEEE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61" name="Google Shape;61;p2"/>
          <p:cNvSpPr txBox="1"/>
          <p:nvPr/>
        </p:nvSpPr>
        <p:spPr>
          <a:xfrm>
            <a:off x="159875" y="441000"/>
            <a:ext cx="7458900" cy="507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Google Sans"/>
                <a:ea typeface="Google Sans"/>
                <a:cs typeface="Google Sans"/>
                <a:sym typeface="Google Sans"/>
              </a:rPr>
              <a:t>Click here to edit title</a:t>
            </a:r>
            <a:endParaRPr b="1" sz="21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2" name="Google Shape;62;p2"/>
          <p:cNvSpPr txBox="1"/>
          <p:nvPr/>
        </p:nvSpPr>
        <p:spPr>
          <a:xfrm>
            <a:off x="1763100" y="948050"/>
            <a:ext cx="424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latin typeface="PT Sans Narrow"/>
                <a:ea typeface="PT Sans Narrow"/>
                <a:cs typeface="PT Sans Narrow"/>
                <a:sym typeface="PT Sans Narrow"/>
              </a:rPr>
              <a:t>Click here to edit subtitle</a:t>
            </a:r>
            <a:endParaRPr sz="1200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63" name="Google Shape;63;p2"/>
          <p:cNvSpPr/>
          <p:nvPr>
            <p:ph idx="2" type="pic"/>
          </p:nvPr>
        </p:nvSpPr>
        <p:spPr>
          <a:xfrm>
            <a:off x="4583375" y="338940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2"/>
          <p:cNvSpPr txBox="1"/>
          <p:nvPr/>
        </p:nvSpPr>
        <p:spPr>
          <a:xfrm>
            <a:off x="4541175" y="5895125"/>
            <a:ext cx="30744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i="1" sz="11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2">
  <p:cSld name="TITLE_1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" name="Google Shape;66;p3"/>
          <p:cNvCxnSpPr/>
          <p:nvPr/>
        </p:nvCxnSpPr>
        <p:spPr>
          <a:xfrm>
            <a:off x="3049395" y="901911"/>
            <a:ext cx="0" cy="59244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" name="Google Shape;67;p3"/>
          <p:cNvCxnSpPr>
            <a:stCxn id="68" idx="0"/>
          </p:cNvCxnSpPr>
          <p:nvPr/>
        </p:nvCxnSpPr>
        <p:spPr>
          <a:xfrm flipH="1">
            <a:off x="172045" y="903711"/>
            <a:ext cx="18300" cy="91872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9" name="Google Shape;69;p3"/>
          <p:cNvGrpSpPr/>
          <p:nvPr/>
        </p:nvGrpSpPr>
        <p:grpSpPr>
          <a:xfrm>
            <a:off x="190345" y="900758"/>
            <a:ext cx="7581747" cy="5906"/>
            <a:chOff x="1890075" y="5241175"/>
            <a:chExt cx="4240556" cy="257700"/>
          </a:xfrm>
        </p:grpSpPr>
        <p:sp>
          <p:nvSpPr>
            <p:cNvPr id="68" name="Google Shape;68;p3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0" name="Google Shape;70;p3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1" name="Google Shape;71;p3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2" name="Google Shape;72;p3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73" name="Google Shape;73;p3"/>
          <p:cNvGrpSpPr/>
          <p:nvPr/>
        </p:nvGrpSpPr>
        <p:grpSpPr>
          <a:xfrm>
            <a:off x="190320" y="931759"/>
            <a:ext cx="7581691" cy="5901"/>
            <a:chOff x="1890075" y="5241175"/>
            <a:chExt cx="4240556" cy="257700"/>
          </a:xfrm>
        </p:grpSpPr>
        <p:sp>
          <p:nvSpPr>
            <p:cNvPr id="74" name="Google Shape;74;p3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5" name="Google Shape;75;p3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6" name="Google Shape;76;p3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77" name="Google Shape;77;p3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78" name="Google Shape;78;p3"/>
          <p:cNvSpPr/>
          <p:nvPr/>
        </p:nvSpPr>
        <p:spPr>
          <a:xfrm rot="248910">
            <a:off x="7469568" y="-16320"/>
            <a:ext cx="1791494" cy="10540289"/>
          </a:xfrm>
          <a:prstGeom prst="rtTriangle">
            <a:avLst/>
          </a:prstGeom>
          <a:solidFill>
            <a:srgbClr val="B7B7B7"/>
          </a:solidFill>
          <a:ln cap="flat" cmpd="sng" w="9525">
            <a:solidFill>
              <a:srgbClr val="CFB9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FB991"/>
              </a:solidFill>
            </a:endParaRPr>
          </a:p>
        </p:txBody>
      </p:sp>
      <p:sp>
        <p:nvSpPr>
          <p:cNvPr id="79" name="Google Shape;79;p3"/>
          <p:cNvSpPr/>
          <p:nvPr>
            <p:ph idx="2" type="pic"/>
          </p:nvPr>
        </p:nvSpPr>
        <p:spPr>
          <a:xfrm>
            <a:off x="3552088" y="1473363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3"/>
          <p:cNvSpPr txBox="1"/>
          <p:nvPr/>
        </p:nvSpPr>
        <p:spPr>
          <a:xfrm>
            <a:off x="510050" y="9659903"/>
            <a:ext cx="30816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190350" y="7617450"/>
            <a:ext cx="7581600" cy="2264100"/>
          </a:xfrm>
          <a:prstGeom prst="rect">
            <a:avLst/>
          </a:prstGeom>
          <a:solidFill>
            <a:srgbClr val="CCCCCC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2" name="Google Shape;82;p3"/>
          <p:cNvCxnSpPr/>
          <p:nvPr/>
        </p:nvCxnSpPr>
        <p:spPr>
          <a:xfrm flipH="1">
            <a:off x="3028995" y="901911"/>
            <a:ext cx="20400" cy="88344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" name="Google Shape;83;p3"/>
          <p:cNvCxnSpPr>
            <a:stCxn id="84" idx="0"/>
          </p:cNvCxnSpPr>
          <p:nvPr/>
        </p:nvCxnSpPr>
        <p:spPr>
          <a:xfrm flipH="1">
            <a:off x="172020" y="903608"/>
            <a:ext cx="18300" cy="91872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5" name="Google Shape;85;p3"/>
          <p:cNvGrpSpPr/>
          <p:nvPr/>
        </p:nvGrpSpPr>
        <p:grpSpPr>
          <a:xfrm>
            <a:off x="190320" y="900657"/>
            <a:ext cx="7581691" cy="5901"/>
            <a:chOff x="1890075" y="5241175"/>
            <a:chExt cx="4240556" cy="257700"/>
          </a:xfrm>
        </p:grpSpPr>
        <p:sp>
          <p:nvSpPr>
            <p:cNvPr id="84" name="Google Shape;84;p3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86" name="Google Shape;86;p3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87" name="Google Shape;87;p3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88" name="Google Shape;88;p3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89" name="Google Shape;89;p3"/>
          <p:cNvGrpSpPr/>
          <p:nvPr/>
        </p:nvGrpSpPr>
        <p:grpSpPr>
          <a:xfrm>
            <a:off x="190320" y="931759"/>
            <a:ext cx="7581691" cy="5901"/>
            <a:chOff x="1890075" y="5241175"/>
            <a:chExt cx="4240556" cy="257700"/>
          </a:xfrm>
        </p:grpSpPr>
        <p:sp>
          <p:nvSpPr>
            <p:cNvPr id="90" name="Google Shape;90;p3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91" name="Google Shape;91;p3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92" name="Google Shape;92;p3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93" name="Google Shape;93;p3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94" name="Google Shape;94;p3"/>
          <p:cNvSpPr/>
          <p:nvPr/>
        </p:nvSpPr>
        <p:spPr>
          <a:xfrm rot="248910">
            <a:off x="7469568" y="-16320"/>
            <a:ext cx="1791494" cy="10540289"/>
          </a:xfrm>
          <a:prstGeom prst="rtTriangle">
            <a:avLst/>
          </a:prstGeom>
          <a:solidFill>
            <a:srgbClr val="B7B7B7"/>
          </a:solidFill>
          <a:ln cap="flat" cmpd="sng" w="9525">
            <a:solidFill>
              <a:srgbClr val="CFB9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FB991"/>
              </a:solidFill>
            </a:endParaRPr>
          </a:p>
        </p:txBody>
      </p:sp>
      <p:sp>
        <p:nvSpPr>
          <p:cNvPr id="95" name="Google Shape;95;p3"/>
          <p:cNvSpPr txBox="1"/>
          <p:nvPr/>
        </p:nvSpPr>
        <p:spPr>
          <a:xfrm>
            <a:off x="290394" y="9345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ISSUE / PROBLEM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96" name="Google Shape;96;p3"/>
          <p:cNvGrpSpPr/>
          <p:nvPr/>
        </p:nvGrpSpPr>
        <p:grpSpPr>
          <a:xfrm>
            <a:off x="172024" y="1040825"/>
            <a:ext cx="137818" cy="187200"/>
            <a:chOff x="507100" y="1997600"/>
            <a:chExt cx="158375" cy="187200"/>
          </a:xfrm>
        </p:grpSpPr>
        <p:sp>
          <p:nvSpPr>
            <p:cNvPr id="97" name="Google Shape;97;p3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0000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3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0000FF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9" name="Google Shape;99;p3"/>
          <p:cNvSpPr txBox="1"/>
          <p:nvPr/>
        </p:nvSpPr>
        <p:spPr>
          <a:xfrm>
            <a:off x="308719" y="28014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RESPONSE 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100" name="Google Shape;100;p3"/>
          <p:cNvGrpSpPr/>
          <p:nvPr/>
        </p:nvGrpSpPr>
        <p:grpSpPr>
          <a:xfrm>
            <a:off x="190349" y="2907725"/>
            <a:ext cx="137818" cy="187200"/>
            <a:chOff x="507100" y="1540400"/>
            <a:chExt cx="158375" cy="187200"/>
          </a:xfrm>
        </p:grpSpPr>
        <p:sp>
          <p:nvSpPr>
            <p:cNvPr id="101" name="Google Shape;101;p3"/>
            <p:cNvSpPr/>
            <p:nvPr/>
          </p:nvSpPr>
          <p:spPr>
            <a:xfrm>
              <a:off x="529575" y="15404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FF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3"/>
            <p:cNvSpPr/>
            <p:nvPr/>
          </p:nvSpPr>
          <p:spPr>
            <a:xfrm>
              <a:off x="507100" y="15598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FF0000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3"/>
          <p:cNvSpPr txBox="1"/>
          <p:nvPr/>
        </p:nvSpPr>
        <p:spPr>
          <a:xfrm>
            <a:off x="290394" y="5399875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IMPACT  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104" name="Google Shape;104;p3"/>
          <p:cNvGrpSpPr/>
          <p:nvPr/>
        </p:nvGrpSpPr>
        <p:grpSpPr>
          <a:xfrm>
            <a:off x="172024" y="5506200"/>
            <a:ext cx="137818" cy="187200"/>
            <a:chOff x="507100" y="1997600"/>
            <a:chExt cx="158375" cy="187200"/>
          </a:xfrm>
        </p:grpSpPr>
        <p:sp>
          <p:nvSpPr>
            <p:cNvPr id="105" name="Google Shape;105;p3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FFFF00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7" name="Google Shape;107;p3"/>
          <p:cNvSpPr txBox="1"/>
          <p:nvPr/>
        </p:nvSpPr>
        <p:spPr>
          <a:xfrm>
            <a:off x="-2480800" y="9126503"/>
            <a:ext cx="30816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 txBox="1"/>
          <p:nvPr/>
        </p:nvSpPr>
        <p:spPr>
          <a:xfrm>
            <a:off x="315596" y="7502355"/>
            <a:ext cx="6273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KEY INSIGHTS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109" name="Google Shape;109;p3"/>
          <p:cNvGrpSpPr/>
          <p:nvPr/>
        </p:nvGrpSpPr>
        <p:grpSpPr>
          <a:xfrm>
            <a:off x="172024" y="7607808"/>
            <a:ext cx="137818" cy="187200"/>
            <a:chOff x="507100" y="1997600"/>
            <a:chExt cx="158375" cy="187200"/>
          </a:xfrm>
        </p:grpSpPr>
        <p:sp>
          <p:nvSpPr>
            <p:cNvPr id="110" name="Google Shape;110;p3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38761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3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38761D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2" name="Google Shape;112;p3"/>
          <p:cNvSpPr/>
          <p:nvPr>
            <p:ph idx="3" type="pic"/>
          </p:nvPr>
        </p:nvSpPr>
        <p:spPr>
          <a:xfrm>
            <a:off x="4054775" y="465995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3"/>
          <p:cNvSpPr txBox="1"/>
          <p:nvPr/>
        </p:nvSpPr>
        <p:spPr>
          <a:xfrm>
            <a:off x="159875" y="60000"/>
            <a:ext cx="7458900" cy="507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Google Sans"/>
                <a:ea typeface="Google Sans"/>
                <a:cs typeface="Google Sans"/>
                <a:sym typeface="Google Sans"/>
              </a:rPr>
              <a:t>Click here to edit title</a:t>
            </a:r>
            <a:endParaRPr b="1" sz="21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14" name="Google Shape;114;p3"/>
          <p:cNvSpPr txBox="1"/>
          <p:nvPr/>
        </p:nvSpPr>
        <p:spPr>
          <a:xfrm>
            <a:off x="1763100" y="490850"/>
            <a:ext cx="424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latin typeface="PT Sans Narrow"/>
                <a:ea typeface="PT Sans Narrow"/>
                <a:cs typeface="PT Sans Narrow"/>
                <a:sym typeface="PT Sans Narrow"/>
              </a:rPr>
              <a:t>Click here to edit subtitle</a:t>
            </a:r>
            <a:endParaRPr sz="1200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115" name="Google Shape;115;p3"/>
          <p:cNvSpPr txBox="1"/>
          <p:nvPr/>
        </p:nvSpPr>
        <p:spPr>
          <a:xfrm>
            <a:off x="3483688" y="4038750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i="1" sz="11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6" name="Google Shape;116;p3"/>
          <p:cNvSpPr txBox="1"/>
          <p:nvPr/>
        </p:nvSpPr>
        <p:spPr>
          <a:xfrm>
            <a:off x="3986375" y="7186500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i="1" sz="11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3">
  <p:cSld name="CUSTOM_2_1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8" name="Google Shape;118;p4"/>
          <p:cNvCxnSpPr/>
          <p:nvPr/>
        </p:nvCxnSpPr>
        <p:spPr>
          <a:xfrm>
            <a:off x="417963" y="311025"/>
            <a:ext cx="28200" cy="87771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9" name="Google Shape;119;p4"/>
          <p:cNvGrpSpPr/>
          <p:nvPr/>
        </p:nvGrpSpPr>
        <p:grpSpPr>
          <a:xfrm>
            <a:off x="404725" y="1300475"/>
            <a:ext cx="6908400" cy="72025"/>
            <a:chOff x="404725" y="1681475"/>
            <a:chExt cx="6908400" cy="72025"/>
          </a:xfrm>
        </p:grpSpPr>
        <p:cxnSp>
          <p:nvCxnSpPr>
            <p:cNvPr id="120" name="Google Shape;120;p4"/>
            <p:cNvCxnSpPr/>
            <p:nvPr/>
          </p:nvCxnSpPr>
          <p:spPr>
            <a:xfrm flipH="1" rot="10800000">
              <a:off x="404725" y="1681475"/>
              <a:ext cx="6908400" cy="16800"/>
            </a:xfrm>
            <a:prstGeom prst="straightConnector1">
              <a:avLst/>
            </a:prstGeom>
            <a:noFill/>
            <a:ln cap="flat" cmpd="sng" w="3810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1" name="Google Shape;121;p4"/>
            <p:cNvCxnSpPr/>
            <p:nvPr/>
          </p:nvCxnSpPr>
          <p:spPr>
            <a:xfrm flipH="1" rot="10800000">
              <a:off x="404725" y="1736700"/>
              <a:ext cx="6908400" cy="16800"/>
            </a:xfrm>
            <a:prstGeom prst="straightConnector1">
              <a:avLst/>
            </a:prstGeom>
            <a:noFill/>
            <a:ln cap="flat" cmpd="sng" w="3810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122" name="Google Shape;122;p4"/>
          <p:cNvCxnSpPr/>
          <p:nvPr/>
        </p:nvCxnSpPr>
        <p:spPr>
          <a:xfrm>
            <a:off x="7326238" y="6225"/>
            <a:ext cx="28200" cy="87771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" name="Google Shape;123;p4"/>
          <p:cNvCxnSpPr/>
          <p:nvPr/>
        </p:nvCxnSpPr>
        <p:spPr>
          <a:xfrm rot="10800000">
            <a:off x="438150" y="3276600"/>
            <a:ext cx="68961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" name="Google Shape;124;p4"/>
          <p:cNvCxnSpPr/>
          <p:nvPr/>
        </p:nvCxnSpPr>
        <p:spPr>
          <a:xfrm>
            <a:off x="3861475" y="3505200"/>
            <a:ext cx="0" cy="56118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25" name="Google Shape;125;p4"/>
          <p:cNvGrpSpPr/>
          <p:nvPr/>
        </p:nvGrpSpPr>
        <p:grpSpPr>
          <a:xfrm>
            <a:off x="417975" y="1504250"/>
            <a:ext cx="2357775" cy="410125"/>
            <a:chOff x="417975" y="1885250"/>
            <a:chExt cx="2357775" cy="410125"/>
          </a:xfrm>
        </p:grpSpPr>
        <p:sp>
          <p:nvSpPr>
            <p:cNvPr id="126" name="Google Shape;126;p4"/>
            <p:cNvSpPr/>
            <p:nvPr/>
          </p:nvSpPr>
          <p:spPr>
            <a:xfrm>
              <a:off x="417975" y="188525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4"/>
            <p:cNvSpPr/>
            <p:nvPr/>
          </p:nvSpPr>
          <p:spPr>
            <a:xfrm rot="10800000">
              <a:off x="2236350" y="188587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4"/>
            <p:cNvSpPr/>
            <p:nvPr/>
          </p:nvSpPr>
          <p:spPr>
            <a:xfrm>
              <a:off x="446175" y="190530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4"/>
            <p:cNvSpPr/>
            <p:nvPr/>
          </p:nvSpPr>
          <p:spPr>
            <a:xfrm rot="10800000">
              <a:off x="2198100" y="1906000"/>
              <a:ext cx="5196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0" name="Google Shape;130;p4"/>
          <p:cNvGrpSpPr/>
          <p:nvPr/>
        </p:nvGrpSpPr>
        <p:grpSpPr>
          <a:xfrm>
            <a:off x="417975" y="3276600"/>
            <a:ext cx="2357775" cy="410125"/>
            <a:chOff x="265575" y="3352800"/>
            <a:chExt cx="2357775" cy="410125"/>
          </a:xfrm>
        </p:grpSpPr>
        <p:sp>
          <p:nvSpPr>
            <p:cNvPr id="131" name="Google Shape;131;p4"/>
            <p:cNvSpPr/>
            <p:nvPr/>
          </p:nvSpPr>
          <p:spPr>
            <a:xfrm>
              <a:off x="265575" y="335280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4"/>
            <p:cNvSpPr/>
            <p:nvPr/>
          </p:nvSpPr>
          <p:spPr>
            <a:xfrm rot="10800000">
              <a:off x="2083950" y="335342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4"/>
            <p:cNvSpPr/>
            <p:nvPr/>
          </p:nvSpPr>
          <p:spPr>
            <a:xfrm>
              <a:off x="293775" y="337285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4"/>
            <p:cNvSpPr/>
            <p:nvPr/>
          </p:nvSpPr>
          <p:spPr>
            <a:xfrm rot="10800000">
              <a:off x="2045700" y="3373550"/>
              <a:ext cx="5196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5" name="Google Shape;135;p4"/>
          <p:cNvGrpSpPr/>
          <p:nvPr/>
        </p:nvGrpSpPr>
        <p:grpSpPr>
          <a:xfrm>
            <a:off x="3872044" y="3276600"/>
            <a:ext cx="2747987" cy="410125"/>
            <a:chOff x="3567313" y="3200400"/>
            <a:chExt cx="2357775" cy="410125"/>
          </a:xfrm>
        </p:grpSpPr>
        <p:sp>
          <p:nvSpPr>
            <p:cNvPr id="136" name="Google Shape;136;p4"/>
            <p:cNvSpPr/>
            <p:nvPr/>
          </p:nvSpPr>
          <p:spPr>
            <a:xfrm>
              <a:off x="3567313" y="320040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4"/>
            <p:cNvSpPr/>
            <p:nvPr/>
          </p:nvSpPr>
          <p:spPr>
            <a:xfrm rot="10800000">
              <a:off x="5385688" y="320102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4"/>
            <p:cNvSpPr/>
            <p:nvPr/>
          </p:nvSpPr>
          <p:spPr>
            <a:xfrm>
              <a:off x="3595513" y="322045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4"/>
            <p:cNvSpPr/>
            <p:nvPr/>
          </p:nvSpPr>
          <p:spPr>
            <a:xfrm rot="10800000">
              <a:off x="5393639" y="3221150"/>
              <a:ext cx="4734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0" name="Google Shape;140;p4"/>
          <p:cNvGrpSpPr/>
          <p:nvPr/>
        </p:nvGrpSpPr>
        <p:grpSpPr>
          <a:xfrm>
            <a:off x="417963" y="6597750"/>
            <a:ext cx="2357775" cy="410125"/>
            <a:chOff x="-39237" y="6140550"/>
            <a:chExt cx="2357775" cy="410125"/>
          </a:xfrm>
        </p:grpSpPr>
        <p:sp>
          <p:nvSpPr>
            <p:cNvPr id="141" name="Google Shape;141;p4"/>
            <p:cNvSpPr/>
            <p:nvPr/>
          </p:nvSpPr>
          <p:spPr>
            <a:xfrm>
              <a:off x="-39237" y="614055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4"/>
            <p:cNvSpPr/>
            <p:nvPr/>
          </p:nvSpPr>
          <p:spPr>
            <a:xfrm rot="10800000">
              <a:off x="1779138" y="614117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4"/>
            <p:cNvSpPr/>
            <p:nvPr/>
          </p:nvSpPr>
          <p:spPr>
            <a:xfrm>
              <a:off x="-11037" y="616060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4"/>
            <p:cNvSpPr/>
            <p:nvPr/>
          </p:nvSpPr>
          <p:spPr>
            <a:xfrm rot="10800000">
              <a:off x="1740888" y="6161300"/>
              <a:ext cx="5196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5" name="Google Shape;145;p4"/>
          <p:cNvSpPr txBox="1"/>
          <p:nvPr/>
        </p:nvSpPr>
        <p:spPr>
          <a:xfrm>
            <a:off x="402100" y="1527525"/>
            <a:ext cx="194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ogle Sans"/>
                <a:ea typeface="Google Sans"/>
                <a:cs typeface="Google Sans"/>
                <a:sym typeface="Google Sans"/>
              </a:rPr>
              <a:t>OVERVIEW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6" name="Google Shape;146;p4"/>
          <p:cNvSpPr txBox="1"/>
          <p:nvPr/>
        </p:nvSpPr>
        <p:spPr>
          <a:xfrm>
            <a:off x="476200" y="3276599"/>
            <a:ext cx="179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ogle Sans"/>
                <a:ea typeface="Google Sans"/>
                <a:cs typeface="Google Sans"/>
                <a:sym typeface="Google Sans"/>
              </a:rPr>
              <a:t>PROJECT STATUS 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7" name="Google Shape;147;p4"/>
          <p:cNvSpPr txBox="1"/>
          <p:nvPr/>
        </p:nvSpPr>
        <p:spPr>
          <a:xfrm>
            <a:off x="623225" y="6602713"/>
            <a:ext cx="194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ogle Sans"/>
                <a:ea typeface="Google Sans"/>
                <a:cs typeface="Google Sans"/>
                <a:sym typeface="Google Sans"/>
              </a:rPr>
              <a:t>NEXT STEPS 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8" name="Google Shape;148;p4"/>
          <p:cNvSpPr txBox="1"/>
          <p:nvPr/>
        </p:nvSpPr>
        <p:spPr>
          <a:xfrm>
            <a:off x="3848750" y="3276600"/>
            <a:ext cx="167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ogle Sans"/>
                <a:ea typeface="Google Sans"/>
                <a:cs typeface="Google Sans"/>
                <a:sym typeface="Google Sans"/>
              </a:rPr>
              <a:t>KEY INSIGHTS 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49" name="Google Shape;149;p4"/>
          <p:cNvSpPr txBox="1"/>
          <p:nvPr/>
        </p:nvSpPr>
        <p:spPr>
          <a:xfrm>
            <a:off x="413425" y="1939675"/>
            <a:ext cx="6896100" cy="10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0" name="Google Shape;150;p4"/>
          <p:cNvSpPr txBox="1"/>
          <p:nvPr/>
        </p:nvSpPr>
        <p:spPr>
          <a:xfrm>
            <a:off x="438138" y="3915350"/>
            <a:ext cx="3108300" cy="23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57150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1" name="Google Shape;151;p4"/>
          <p:cNvSpPr txBox="1"/>
          <p:nvPr/>
        </p:nvSpPr>
        <p:spPr>
          <a:xfrm>
            <a:off x="438150" y="7050750"/>
            <a:ext cx="3108300" cy="22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57150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2" name="Google Shape;152;p4"/>
          <p:cNvSpPr txBox="1"/>
          <p:nvPr/>
        </p:nvSpPr>
        <p:spPr>
          <a:xfrm>
            <a:off x="3905525" y="4039263"/>
            <a:ext cx="3219000" cy="26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57150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3" name="Google Shape;153;p4"/>
          <p:cNvSpPr txBox="1"/>
          <p:nvPr/>
        </p:nvSpPr>
        <p:spPr>
          <a:xfrm>
            <a:off x="4183575" y="9228125"/>
            <a:ext cx="30867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i="1" sz="110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4" name="Google Shape;154;p4"/>
          <p:cNvSpPr txBox="1"/>
          <p:nvPr/>
        </p:nvSpPr>
        <p:spPr>
          <a:xfrm>
            <a:off x="159875" y="441000"/>
            <a:ext cx="7458900" cy="507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Google Sans"/>
                <a:ea typeface="Google Sans"/>
                <a:cs typeface="Google Sans"/>
                <a:sym typeface="Google Sans"/>
              </a:rPr>
              <a:t>Click here to edit title</a:t>
            </a:r>
            <a:endParaRPr b="1" sz="21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55" name="Google Shape;155;p4"/>
          <p:cNvSpPr txBox="1"/>
          <p:nvPr/>
        </p:nvSpPr>
        <p:spPr>
          <a:xfrm>
            <a:off x="1763100" y="948050"/>
            <a:ext cx="424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latin typeface="PT Sans Narrow"/>
                <a:ea typeface="PT Sans Narrow"/>
                <a:cs typeface="PT Sans Narrow"/>
                <a:sym typeface="PT Sans Narrow"/>
              </a:rPr>
              <a:t>Click here to edit subtitle</a:t>
            </a:r>
            <a:endParaRPr sz="1200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156" name="Google Shape;156;p4"/>
          <p:cNvSpPr/>
          <p:nvPr>
            <p:ph idx="2" type="pic"/>
          </p:nvPr>
        </p:nvSpPr>
        <p:spPr>
          <a:xfrm>
            <a:off x="4076163" y="619970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4"/>
          <p:cNvSpPr txBox="1"/>
          <p:nvPr/>
        </p:nvSpPr>
        <p:spPr>
          <a:xfrm>
            <a:off x="4007763" y="8695400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i="1" sz="11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255">
          <p15:clr>
            <a:srgbClr val="FA7B17"/>
          </p15:clr>
        </p15:guide>
        <p15:guide id="2" orient="horz" pos="2922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4">
  <p:cSld name="CUSTOM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"/>
          <p:cNvSpPr/>
          <p:nvPr/>
        </p:nvSpPr>
        <p:spPr>
          <a:xfrm flipH="1">
            <a:off x="2748900" y="9168075"/>
            <a:ext cx="5023500" cy="890400"/>
          </a:xfrm>
          <a:prstGeom prst="rtTriangle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0" y="9168075"/>
            <a:ext cx="4138800" cy="890400"/>
          </a:xfrm>
          <a:prstGeom prst="rtTriangle">
            <a:avLst/>
          </a:prstGeom>
          <a:solidFill>
            <a:srgbClr val="DB443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161" name="Google Shape;161;p5"/>
          <p:cNvGrpSpPr/>
          <p:nvPr/>
        </p:nvGrpSpPr>
        <p:grpSpPr>
          <a:xfrm>
            <a:off x="95351" y="1392509"/>
            <a:ext cx="7581691" cy="5901"/>
            <a:chOff x="1890075" y="5241175"/>
            <a:chExt cx="4240556" cy="257700"/>
          </a:xfrm>
        </p:grpSpPr>
        <p:sp>
          <p:nvSpPr>
            <p:cNvPr id="162" name="Google Shape;162;p5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63" name="Google Shape;163;p5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64" name="Google Shape;164;p5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65" name="Google Shape;165;p5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166" name="Google Shape;166;p5"/>
          <p:cNvGrpSpPr/>
          <p:nvPr/>
        </p:nvGrpSpPr>
        <p:grpSpPr>
          <a:xfrm>
            <a:off x="95351" y="4542984"/>
            <a:ext cx="7581691" cy="5901"/>
            <a:chOff x="1890075" y="5241175"/>
            <a:chExt cx="4240556" cy="257700"/>
          </a:xfrm>
        </p:grpSpPr>
        <p:sp>
          <p:nvSpPr>
            <p:cNvPr id="167" name="Google Shape;167;p5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68" name="Google Shape;168;p5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69" name="Google Shape;169;p5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70" name="Google Shape;170;p5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171" name="Google Shape;171;p5"/>
          <p:cNvSpPr/>
          <p:nvPr/>
        </p:nvSpPr>
        <p:spPr>
          <a:xfrm>
            <a:off x="432000" y="1624350"/>
            <a:ext cx="1598400" cy="269100"/>
          </a:xfrm>
          <a:prstGeom prst="rect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EEEEEE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Overview 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432000" y="2620004"/>
            <a:ext cx="1598400" cy="285000"/>
          </a:xfrm>
          <a:prstGeom prst="rect">
            <a:avLst/>
          </a:prstGeom>
          <a:solidFill>
            <a:srgbClr val="DB4437"/>
          </a:solidFill>
          <a:ln cap="flat" cmpd="sng" w="9525">
            <a:solidFill>
              <a:srgbClr val="DB44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Problem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432000" y="3615673"/>
            <a:ext cx="1598400" cy="269100"/>
          </a:xfrm>
          <a:prstGeom prst="rect">
            <a:avLst/>
          </a:prstGeom>
          <a:solidFill>
            <a:srgbClr val="F4B400"/>
          </a:solidFill>
          <a:ln cap="flat" cmpd="sng" w="9525">
            <a:solidFill>
              <a:srgbClr val="F4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Solution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432000" y="4676196"/>
            <a:ext cx="1598400" cy="285000"/>
          </a:xfrm>
          <a:prstGeom prst="rect">
            <a:avLst/>
          </a:prstGeom>
          <a:solidFill>
            <a:srgbClr val="0F9D58"/>
          </a:solidFill>
          <a:ln cap="flat" cmpd="sng" w="9525">
            <a:solidFill>
              <a:srgbClr val="0F9D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Details 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432000" y="8296570"/>
            <a:ext cx="1598400" cy="269100"/>
          </a:xfrm>
          <a:prstGeom prst="rect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Next Steps 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176" name="Google Shape;176;p5"/>
          <p:cNvGrpSpPr/>
          <p:nvPr/>
        </p:nvGrpSpPr>
        <p:grpSpPr>
          <a:xfrm>
            <a:off x="95351" y="8200359"/>
            <a:ext cx="7581691" cy="5901"/>
            <a:chOff x="1890075" y="5241175"/>
            <a:chExt cx="4240556" cy="257700"/>
          </a:xfrm>
        </p:grpSpPr>
        <p:sp>
          <p:nvSpPr>
            <p:cNvPr id="177" name="Google Shape;177;p5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78" name="Google Shape;178;p5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79" name="Google Shape;179;p5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180" name="Google Shape;180;p5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181" name="Google Shape;181;p5"/>
          <p:cNvSpPr txBox="1"/>
          <p:nvPr/>
        </p:nvSpPr>
        <p:spPr>
          <a:xfrm>
            <a:off x="159875" y="441000"/>
            <a:ext cx="7458900" cy="507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Google Sans"/>
                <a:ea typeface="Google Sans"/>
                <a:cs typeface="Google Sans"/>
                <a:sym typeface="Google Sans"/>
              </a:rPr>
              <a:t>Click here to edit title</a:t>
            </a:r>
            <a:endParaRPr b="1" sz="21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82" name="Google Shape;182;p5"/>
          <p:cNvSpPr txBox="1"/>
          <p:nvPr/>
        </p:nvSpPr>
        <p:spPr>
          <a:xfrm>
            <a:off x="1763100" y="948050"/>
            <a:ext cx="424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latin typeface="PT Sans Narrow"/>
                <a:ea typeface="PT Sans Narrow"/>
                <a:cs typeface="PT Sans Narrow"/>
                <a:sym typeface="PT Sans Narrow"/>
              </a:rPr>
              <a:t>Click here to edit subtitle</a:t>
            </a:r>
            <a:endParaRPr sz="1200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183" name="Google Shape;183;p5"/>
          <p:cNvSpPr/>
          <p:nvPr>
            <p:ph idx="2" type="pic"/>
          </p:nvPr>
        </p:nvSpPr>
        <p:spPr>
          <a:xfrm>
            <a:off x="4394725" y="496120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5"/>
          <p:cNvSpPr txBox="1"/>
          <p:nvPr/>
        </p:nvSpPr>
        <p:spPr>
          <a:xfrm>
            <a:off x="4326325" y="7456900"/>
            <a:ext cx="31722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latin typeface="Lato"/>
                <a:ea typeface="Lato"/>
                <a:cs typeface="Lato"/>
                <a:sym typeface="Lato"/>
              </a:rPr>
              <a:t>Image Alt-Text Here</a:t>
            </a:r>
            <a:endParaRPr i="1" sz="11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 NOT USE ">
  <p:cSld name="TITLE_2_1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"/>
          <p:cNvSpPr txBox="1"/>
          <p:nvPr/>
        </p:nvSpPr>
        <p:spPr>
          <a:xfrm>
            <a:off x="3993321" y="9367991"/>
            <a:ext cx="3693900" cy="7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Source:  Lorem ipsum dolor sit amet, consectetur adipiscing elit. Duis non erat sem</a:t>
            </a:r>
            <a:endParaRPr sz="6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87" name="Google Shape;187;p6"/>
          <p:cNvGrpSpPr/>
          <p:nvPr/>
        </p:nvGrpSpPr>
        <p:grpSpPr>
          <a:xfrm>
            <a:off x="-16250" y="9048087"/>
            <a:ext cx="7804900" cy="1072407"/>
            <a:chOff x="-19118" y="4617750"/>
            <a:chExt cx="9182236" cy="548378"/>
          </a:xfrm>
        </p:grpSpPr>
        <p:sp>
          <p:nvSpPr>
            <p:cNvPr id="188" name="Google Shape;188;p6"/>
            <p:cNvSpPr/>
            <p:nvPr/>
          </p:nvSpPr>
          <p:spPr>
            <a:xfrm flipH="1">
              <a:off x="19244" y="4617750"/>
              <a:ext cx="9143874" cy="548378"/>
            </a:xfrm>
            <a:custGeom>
              <a:rect b="b" l="l" r="r" t="t"/>
              <a:pathLst>
                <a:path extrusionOk="0" h="19840" w="367556">
                  <a:moveTo>
                    <a:pt x="0" y="19840"/>
                  </a:moveTo>
                  <a:lnTo>
                    <a:pt x="515" y="0"/>
                  </a:lnTo>
                  <a:lnTo>
                    <a:pt x="367556" y="11270"/>
                  </a:lnTo>
                  <a:lnTo>
                    <a:pt x="367044" y="18698"/>
                  </a:lnTo>
                  <a:close/>
                </a:path>
              </a:pathLst>
            </a:custGeom>
            <a:solidFill>
              <a:srgbClr val="4069DD"/>
            </a:solidFill>
            <a:ln>
              <a:noFill/>
            </a:ln>
          </p:spPr>
        </p:sp>
        <p:sp>
          <p:nvSpPr>
            <p:cNvPr id="189" name="Google Shape;189;p6"/>
            <p:cNvSpPr/>
            <p:nvPr/>
          </p:nvSpPr>
          <p:spPr>
            <a:xfrm flipH="1">
              <a:off x="-19118" y="4677825"/>
              <a:ext cx="4769786" cy="473975"/>
            </a:xfrm>
            <a:custGeom>
              <a:rect b="b" l="l" r="r" t="t"/>
              <a:pathLst>
                <a:path extrusionOk="0" h="18959" w="366343">
                  <a:moveTo>
                    <a:pt x="0" y="18521"/>
                  </a:moveTo>
                  <a:lnTo>
                    <a:pt x="366343" y="0"/>
                  </a:lnTo>
                  <a:lnTo>
                    <a:pt x="366052" y="18959"/>
                  </a:lnTo>
                  <a:close/>
                </a:path>
              </a:pathLst>
            </a:custGeom>
            <a:solidFill>
              <a:srgbClr val="448AFF"/>
            </a:solidFill>
            <a:ln>
              <a:noFill/>
            </a:ln>
          </p:spPr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DO NOT USE">
  <p:cSld name="CUSTOM_1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1" type="title">
  <p:cSld name="TITLE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7" name="Google Shape;197;p9"/>
          <p:cNvGrpSpPr/>
          <p:nvPr/>
        </p:nvGrpSpPr>
        <p:grpSpPr>
          <a:xfrm>
            <a:off x="172055" y="1468890"/>
            <a:ext cx="7434543" cy="62982"/>
            <a:chOff x="1890075" y="5241175"/>
            <a:chExt cx="4240556" cy="257700"/>
          </a:xfrm>
        </p:grpSpPr>
        <p:sp>
          <p:nvSpPr>
            <p:cNvPr id="198" name="Google Shape;198;p9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199" name="Google Shape;199;p9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00" name="Google Shape;200;p9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01" name="Google Shape;201;p9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202" name="Google Shape;202;p9"/>
          <p:cNvSpPr/>
          <p:nvPr/>
        </p:nvSpPr>
        <p:spPr>
          <a:xfrm>
            <a:off x="172050" y="2765600"/>
            <a:ext cx="3076800" cy="7293000"/>
          </a:xfrm>
          <a:prstGeom prst="roundRect">
            <a:avLst>
              <a:gd fmla="val 0" name="adj"/>
            </a:avLst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grpSp>
        <p:nvGrpSpPr>
          <p:cNvPr id="203" name="Google Shape;203;p9"/>
          <p:cNvGrpSpPr/>
          <p:nvPr/>
        </p:nvGrpSpPr>
        <p:grpSpPr>
          <a:xfrm>
            <a:off x="168930" y="2702615"/>
            <a:ext cx="7434543" cy="62982"/>
            <a:chOff x="1890075" y="5241175"/>
            <a:chExt cx="4240556" cy="257700"/>
          </a:xfrm>
        </p:grpSpPr>
        <p:sp>
          <p:nvSpPr>
            <p:cNvPr id="204" name="Google Shape;204;p9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05" name="Google Shape;205;p9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06" name="Google Shape;206;p9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07" name="Google Shape;207;p9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cxnSp>
        <p:nvCxnSpPr>
          <p:cNvPr id="208" name="Google Shape;208;p9"/>
          <p:cNvCxnSpPr>
            <a:stCxn id="198" idx="0"/>
          </p:cNvCxnSpPr>
          <p:nvPr/>
        </p:nvCxnSpPr>
        <p:spPr>
          <a:xfrm>
            <a:off x="172055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9" name="Google Shape;209;p9"/>
          <p:cNvCxnSpPr/>
          <p:nvPr/>
        </p:nvCxnSpPr>
        <p:spPr>
          <a:xfrm>
            <a:off x="7603480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10" name="Google Shape;210;p9"/>
          <p:cNvGrpSpPr/>
          <p:nvPr/>
        </p:nvGrpSpPr>
        <p:grpSpPr>
          <a:xfrm>
            <a:off x="0" y="3413775"/>
            <a:ext cx="3530025" cy="746350"/>
            <a:chOff x="0" y="3156075"/>
            <a:chExt cx="3530025" cy="746350"/>
          </a:xfrm>
        </p:grpSpPr>
        <p:sp>
          <p:nvSpPr>
            <p:cNvPr id="211" name="Google Shape;211;p9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12" name="Google Shape;212;p9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213" name="Google Shape;213;p9"/>
          <p:cNvGrpSpPr/>
          <p:nvPr/>
        </p:nvGrpSpPr>
        <p:grpSpPr>
          <a:xfrm>
            <a:off x="3248850" y="2867100"/>
            <a:ext cx="4936034" cy="746350"/>
            <a:chOff x="0" y="3156075"/>
            <a:chExt cx="3530025" cy="746350"/>
          </a:xfrm>
        </p:grpSpPr>
        <p:sp>
          <p:nvSpPr>
            <p:cNvPr id="214" name="Google Shape;214;p9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15" name="Google Shape;215;p9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216" name="Google Shape;216;p9"/>
          <p:cNvGrpSpPr/>
          <p:nvPr/>
        </p:nvGrpSpPr>
        <p:grpSpPr>
          <a:xfrm>
            <a:off x="3248850" y="7166275"/>
            <a:ext cx="4936034" cy="746350"/>
            <a:chOff x="0" y="3156075"/>
            <a:chExt cx="3530025" cy="746350"/>
          </a:xfrm>
        </p:grpSpPr>
        <p:sp>
          <p:nvSpPr>
            <p:cNvPr id="217" name="Google Shape;217;p9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18" name="Google Shape;218;p9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219" name="Google Shape;219;p9"/>
          <p:cNvSpPr txBox="1"/>
          <p:nvPr/>
        </p:nvSpPr>
        <p:spPr>
          <a:xfrm>
            <a:off x="188700" y="3410750"/>
            <a:ext cx="3074400" cy="463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Key Insights </a:t>
            </a:r>
            <a:endParaRPr sz="1900">
              <a:solidFill>
                <a:schemeClr val="lt2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220" name="Google Shape;220;p9"/>
          <p:cNvSpPr txBox="1"/>
          <p:nvPr/>
        </p:nvSpPr>
        <p:spPr>
          <a:xfrm>
            <a:off x="3263100" y="2852500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Details </a:t>
            </a:r>
            <a:endParaRPr sz="1900">
              <a:solidFill>
                <a:schemeClr val="lt2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221" name="Google Shape;221;p9"/>
          <p:cNvSpPr txBox="1"/>
          <p:nvPr/>
        </p:nvSpPr>
        <p:spPr>
          <a:xfrm>
            <a:off x="3263100" y="7164075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2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Next Steps </a:t>
            </a:r>
            <a:endParaRPr sz="1900">
              <a:solidFill>
                <a:schemeClr val="lt2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grpSp>
        <p:nvGrpSpPr>
          <p:cNvPr id="222" name="Google Shape;222;p9"/>
          <p:cNvGrpSpPr/>
          <p:nvPr/>
        </p:nvGrpSpPr>
        <p:grpSpPr>
          <a:xfrm>
            <a:off x="172055" y="1468890"/>
            <a:ext cx="7434543" cy="62982"/>
            <a:chOff x="1890075" y="5241175"/>
            <a:chExt cx="4240556" cy="257700"/>
          </a:xfrm>
        </p:grpSpPr>
        <p:sp>
          <p:nvSpPr>
            <p:cNvPr id="223" name="Google Shape;223;p9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24" name="Google Shape;224;p9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25" name="Google Shape;225;p9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26" name="Google Shape;226;p9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227" name="Google Shape;227;p9"/>
          <p:cNvSpPr/>
          <p:nvPr/>
        </p:nvSpPr>
        <p:spPr>
          <a:xfrm>
            <a:off x="172050" y="2765600"/>
            <a:ext cx="3076800" cy="7293000"/>
          </a:xfrm>
          <a:prstGeom prst="roundRect">
            <a:avLst>
              <a:gd fmla="val 0" name="adj"/>
            </a:avLst>
          </a:prstGeom>
          <a:solidFill>
            <a:srgbClr val="CCCC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</a:endParaRPr>
          </a:p>
        </p:txBody>
      </p:sp>
      <p:grpSp>
        <p:nvGrpSpPr>
          <p:cNvPr id="228" name="Google Shape;228;p9"/>
          <p:cNvGrpSpPr/>
          <p:nvPr/>
        </p:nvGrpSpPr>
        <p:grpSpPr>
          <a:xfrm>
            <a:off x="168930" y="2702615"/>
            <a:ext cx="7434543" cy="62982"/>
            <a:chOff x="1890075" y="5241175"/>
            <a:chExt cx="4240556" cy="257700"/>
          </a:xfrm>
        </p:grpSpPr>
        <p:sp>
          <p:nvSpPr>
            <p:cNvPr id="229" name="Google Shape;229;p9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30" name="Google Shape;230;p9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31" name="Google Shape;231;p9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32" name="Google Shape;232;p9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cxnSp>
        <p:nvCxnSpPr>
          <p:cNvPr id="233" name="Google Shape;233;p9"/>
          <p:cNvCxnSpPr>
            <a:stCxn id="223" idx="0"/>
          </p:cNvCxnSpPr>
          <p:nvPr/>
        </p:nvCxnSpPr>
        <p:spPr>
          <a:xfrm>
            <a:off x="172055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4" name="Google Shape;234;p9"/>
          <p:cNvCxnSpPr/>
          <p:nvPr/>
        </p:nvCxnSpPr>
        <p:spPr>
          <a:xfrm>
            <a:off x="7603480" y="1500381"/>
            <a:ext cx="0" cy="85905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35" name="Google Shape;235;p9"/>
          <p:cNvGrpSpPr/>
          <p:nvPr/>
        </p:nvGrpSpPr>
        <p:grpSpPr>
          <a:xfrm>
            <a:off x="0" y="3413775"/>
            <a:ext cx="3530025" cy="746350"/>
            <a:chOff x="0" y="3156075"/>
            <a:chExt cx="3530025" cy="746350"/>
          </a:xfrm>
        </p:grpSpPr>
        <p:sp>
          <p:nvSpPr>
            <p:cNvPr id="236" name="Google Shape;236;p9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37" name="Google Shape;237;p9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238" name="Google Shape;238;p9"/>
          <p:cNvGrpSpPr/>
          <p:nvPr/>
        </p:nvGrpSpPr>
        <p:grpSpPr>
          <a:xfrm>
            <a:off x="3248850" y="2867100"/>
            <a:ext cx="4936034" cy="746350"/>
            <a:chOff x="0" y="3156075"/>
            <a:chExt cx="3530025" cy="746350"/>
          </a:xfrm>
        </p:grpSpPr>
        <p:sp>
          <p:nvSpPr>
            <p:cNvPr id="239" name="Google Shape;239;p9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40" name="Google Shape;240;p9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241" name="Google Shape;241;p9"/>
          <p:cNvGrpSpPr/>
          <p:nvPr/>
        </p:nvGrpSpPr>
        <p:grpSpPr>
          <a:xfrm>
            <a:off x="3248850" y="7166275"/>
            <a:ext cx="4936034" cy="746350"/>
            <a:chOff x="0" y="3156075"/>
            <a:chExt cx="3530025" cy="746350"/>
          </a:xfrm>
        </p:grpSpPr>
        <p:sp>
          <p:nvSpPr>
            <p:cNvPr id="242" name="Google Shape;242;p9"/>
            <p:cNvSpPr/>
            <p:nvPr/>
          </p:nvSpPr>
          <p:spPr>
            <a:xfrm rot="5400000">
              <a:off x="3097725" y="3470125"/>
              <a:ext cx="583500" cy="281100"/>
            </a:xfrm>
            <a:prstGeom prst="trapezoid">
              <a:avLst>
                <a:gd fmla="val 102819" name="adj"/>
              </a:avLst>
            </a:prstGeom>
            <a:solidFill>
              <a:srgbClr val="4F4F4F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43" name="Google Shape;243;p9"/>
            <p:cNvSpPr/>
            <p:nvPr/>
          </p:nvSpPr>
          <p:spPr>
            <a:xfrm>
              <a:off x="0" y="3156075"/>
              <a:ext cx="3529800" cy="453000"/>
            </a:xfrm>
            <a:prstGeom prst="rect">
              <a:avLst/>
            </a:prstGeom>
            <a:solidFill>
              <a:srgbClr val="666666"/>
            </a:solidFill>
            <a:ln cap="flat" cmpd="sng" w="9525">
              <a:solidFill>
                <a:srgbClr val="57575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244" name="Google Shape;244;p9"/>
          <p:cNvSpPr txBox="1"/>
          <p:nvPr/>
        </p:nvSpPr>
        <p:spPr>
          <a:xfrm>
            <a:off x="188700" y="3410750"/>
            <a:ext cx="3074400" cy="463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EEEEEE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Key Insights </a:t>
            </a:r>
            <a:endParaRPr sz="1900">
              <a:solidFill>
                <a:srgbClr val="EEEEEE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245" name="Google Shape;245;p9"/>
          <p:cNvSpPr txBox="1"/>
          <p:nvPr/>
        </p:nvSpPr>
        <p:spPr>
          <a:xfrm>
            <a:off x="3263100" y="2852500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EEEEEE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Details </a:t>
            </a:r>
            <a:endParaRPr sz="1900">
              <a:solidFill>
                <a:srgbClr val="EEEEEE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246" name="Google Shape;246;p9"/>
          <p:cNvSpPr txBox="1"/>
          <p:nvPr/>
        </p:nvSpPr>
        <p:spPr>
          <a:xfrm>
            <a:off x="3263100" y="7164075"/>
            <a:ext cx="4334100" cy="450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EEEEEE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rPr>
              <a:t>Next Steps </a:t>
            </a:r>
            <a:endParaRPr sz="1900">
              <a:solidFill>
                <a:srgbClr val="EEEEEE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247" name="Google Shape;247;p9"/>
          <p:cNvSpPr/>
          <p:nvPr>
            <p:ph idx="2" type="pic"/>
          </p:nvPr>
        </p:nvSpPr>
        <p:spPr>
          <a:xfrm>
            <a:off x="4583375" y="338940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2">
  <p:cSld name="TITLE_1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9" name="Google Shape;249;p10"/>
          <p:cNvCxnSpPr>
            <a:stCxn id="250" idx="1"/>
          </p:cNvCxnSpPr>
          <p:nvPr/>
        </p:nvCxnSpPr>
        <p:spPr>
          <a:xfrm>
            <a:off x="3033472" y="937660"/>
            <a:ext cx="15900" cy="65682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51" name="Google Shape;251;p10"/>
          <p:cNvGrpSpPr/>
          <p:nvPr/>
        </p:nvGrpSpPr>
        <p:grpSpPr>
          <a:xfrm>
            <a:off x="190320" y="900657"/>
            <a:ext cx="7581691" cy="5901"/>
            <a:chOff x="1890075" y="5241175"/>
            <a:chExt cx="4240556" cy="257700"/>
          </a:xfrm>
        </p:grpSpPr>
        <p:sp>
          <p:nvSpPr>
            <p:cNvPr id="252" name="Google Shape;252;p10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53" name="Google Shape;253;p10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54" name="Google Shape;254;p10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55" name="Google Shape;255;p10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256" name="Google Shape;256;p10"/>
          <p:cNvGrpSpPr/>
          <p:nvPr/>
        </p:nvGrpSpPr>
        <p:grpSpPr>
          <a:xfrm>
            <a:off x="190320" y="931759"/>
            <a:ext cx="7581691" cy="5901"/>
            <a:chOff x="1890075" y="5241175"/>
            <a:chExt cx="4240556" cy="257700"/>
          </a:xfrm>
        </p:grpSpPr>
        <p:sp>
          <p:nvSpPr>
            <p:cNvPr id="257" name="Google Shape;257;p10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58" name="Google Shape;258;p10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59" name="Google Shape;259;p10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260" name="Google Shape;260;p10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261" name="Google Shape;261;p10"/>
          <p:cNvSpPr/>
          <p:nvPr/>
        </p:nvSpPr>
        <p:spPr>
          <a:xfrm rot="248910">
            <a:off x="7469568" y="-16320"/>
            <a:ext cx="1791494" cy="10540289"/>
          </a:xfrm>
          <a:prstGeom prst="rtTriangle">
            <a:avLst/>
          </a:prstGeom>
          <a:solidFill>
            <a:srgbClr val="B7B7B7"/>
          </a:solidFill>
          <a:ln cap="flat" cmpd="sng" w="9525">
            <a:solidFill>
              <a:srgbClr val="CFB99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FB991"/>
              </a:solidFill>
            </a:endParaRPr>
          </a:p>
        </p:txBody>
      </p:sp>
      <p:sp>
        <p:nvSpPr>
          <p:cNvPr id="262" name="Google Shape;262;p10"/>
          <p:cNvSpPr/>
          <p:nvPr>
            <p:ph idx="2" type="pic"/>
          </p:nvPr>
        </p:nvSpPr>
        <p:spPr>
          <a:xfrm>
            <a:off x="3552088" y="1473363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p10"/>
          <p:cNvSpPr txBox="1"/>
          <p:nvPr/>
        </p:nvSpPr>
        <p:spPr>
          <a:xfrm>
            <a:off x="510050" y="9659903"/>
            <a:ext cx="30816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0"/>
          <p:cNvSpPr/>
          <p:nvPr/>
        </p:nvSpPr>
        <p:spPr>
          <a:xfrm>
            <a:off x="159875" y="7502350"/>
            <a:ext cx="7612200" cy="23793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5" name="Google Shape;265;p10"/>
          <p:cNvGrpSpPr/>
          <p:nvPr/>
        </p:nvGrpSpPr>
        <p:grpSpPr>
          <a:xfrm>
            <a:off x="190320" y="900657"/>
            <a:ext cx="7581691" cy="5901"/>
            <a:chOff x="1890075" y="5241175"/>
            <a:chExt cx="4240556" cy="257700"/>
          </a:xfrm>
        </p:grpSpPr>
        <p:sp>
          <p:nvSpPr>
            <p:cNvPr id="266" name="Google Shape;266;p10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67" name="Google Shape;267;p10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68" name="Google Shape;268;p10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69" name="Google Shape;269;p10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270" name="Google Shape;270;p10"/>
          <p:cNvGrpSpPr/>
          <p:nvPr/>
        </p:nvGrpSpPr>
        <p:grpSpPr>
          <a:xfrm>
            <a:off x="190320" y="931759"/>
            <a:ext cx="7581691" cy="5901"/>
            <a:chOff x="1890075" y="5241175"/>
            <a:chExt cx="4240556" cy="257700"/>
          </a:xfrm>
        </p:grpSpPr>
        <p:sp>
          <p:nvSpPr>
            <p:cNvPr id="271" name="Google Shape;271;p10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50" name="Google Shape;250;p10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72" name="Google Shape;272;p10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273" name="Google Shape;273;p10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274" name="Google Shape;274;p10"/>
          <p:cNvSpPr/>
          <p:nvPr/>
        </p:nvSpPr>
        <p:spPr>
          <a:xfrm rot="248910">
            <a:off x="7469568" y="-16320"/>
            <a:ext cx="1791494" cy="10540289"/>
          </a:xfrm>
          <a:prstGeom prst="rtTriangle">
            <a:avLst/>
          </a:prstGeom>
          <a:solidFill>
            <a:srgbClr val="5757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FB991"/>
              </a:solidFill>
            </a:endParaRPr>
          </a:p>
        </p:txBody>
      </p:sp>
      <p:sp>
        <p:nvSpPr>
          <p:cNvPr id="275" name="Google Shape;275;p10"/>
          <p:cNvSpPr txBox="1"/>
          <p:nvPr/>
        </p:nvSpPr>
        <p:spPr>
          <a:xfrm>
            <a:off x="290394" y="9345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ISSUE / PROBLEM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276" name="Google Shape;276;p10"/>
          <p:cNvGrpSpPr/>
          <p:nvPr/>
        </p:nvGrpSpPr>
        <p:grpSpPr>
          <a:xfrm>
            <a:off x="172024" y="1040825"/>
            <a:ext cx="137818" cy="187200"/>
            <a:chOff x="507100" y="1997600"/>
            <a:chExt cx="158375" cy="187200"/>
          </a:xfrm>
        </p:grpSpPr>
        <p:sp>
          <p:nvSpPr>
            <p:cNvPr id="277" name="Google Shape;277;p10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0000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10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4069DD"/>
            </a:solidFill>
            <a:ln cap="flat" cmpd="sng" w="9525">
              <a:solidFill>
                <a:srgbClr val="4069D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9" name="Google Shape;279;p10"/>
          <p:cNvSpPr txBox="1"/>
          <p:nvPr/>
        </p:nvSpPr>
        <p:spPr>
          <a:xfrm>
            <a:off x="308719" y="28014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RESPONSE 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280" name="Google Shape;280;p10"/>
          <p:cNvGrpSpPr/>
          <p:nvPr/>
        </p:nvGrpSpPr>
        <p:grpSpPr>
          <a:xfrm>
            <a:off x="190349" y="2907725"/>
            <a:ext cx="137818" cy="187200"/>
            <a:chOff x="507100" y="1540400"/>
            <a:chExt cx="158375" cy="187200"/>
          </a:xfrm>
        </p:grpSpPr>
        <p:sp>
          <p:nvSpPr>
            <p:cNvPr id="281" name="Google Shape;281;p10"/>
            <p:cNvSpPr/>
            <p:nvPr/>
          </p:nvSpPr>
          <p:spPr>
            <a:xfrm>
              <a:off x="529575" y="15404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FF00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10"/>
            <p:cNvSpPr/>
            <p:nvPr/>
          </p:nvSpPr>
          <p:spPr>
            <a:xfrm>
              <a:off x="507100" y="15598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3" name="Google Shape;283;p10"/>
          <p:cNvSpPr txBox="1"/>
          <p:nvPr/>
        </p:nvSpPr>
        <p:spPr>
          <a:xfrm>
            <a:off x="290394" y="5399875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IMPACT  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284" name="Google Shape;284;p10"/>
          <p:cNvGrpSpPr/>
          <p:nvPr/>
        </p:nvGrpSpPr>
        <p:grpSpPr>
          <a:xfrm>
            <a:off x="172024" y="5506200"/>
            <a:ext cx="137818" cy="187200"/>
            <a:chOff x="507100" y="1997600"/>
            <a:chExt cx="158375" cy="187200"/>
          </a:xfrm>
        </p:grpSpPr>
        <p:sp>
          <p:nvSpPr>
            <p:cNvPr id="285" name="Google Shape;285;p10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F4B400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10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7" name="Google Shape;287;p10"/>
          <p:cNvSpPr txBox="1"/>
          <p:nvPr/>
        </p:nvSpPr>
        <p:spPr>
          <a:xfrm>
            <a:off x="-2480800" y="9126503"/>
            <a:ext cx="30816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0"/>
          <p:cNvSpPr txBox="1"/>
          <p:nvPr/>
        </p:nvSpPr>
        <p:spPr>
          <a:xfrm>
            <a:off x="315596" y="7502355"/>
            <a:ext cx="6273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KEY INSIGHTS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289" name="Google Shape;289;p10"/>
          <p:cNvGrpSpPr/>
          <p:nvPr/>
        </p:nvGrpSpPr>
        <p:grpSpPr>
          <a:xfrm>
            <a:off x="172024" y="7607808"/>
            <a:ext cx="137818" cy="187200"/>
            <a:chOff x="507100" y="1997600"/>
            <a:chExt cx="158375" cy="187200"/>
          </a:xfrm>
        </p:grpSpPr>
        <p:sp>
          <p:nvSpPr>
            <p:cNvPr id="290" name="Google Shape;290;p10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0F9D58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10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2" name="Google Shape;292;p10"/>
          <p:cNvSpPr/>
          <p:nvPr>
            <p:ph idx="3" type="pic"/>
          </p:nvPr>
        </p:nvSpPr>
        <p:spPr>
          <a:xfrm>
            <a:off x="4054775" y="465995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3">
  <p:cSld name="CUSTOM_2_1"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4" name="Google Shape;294;p11"/>
          <p:cNvCxnSpPr/>
          <p:nvPr/>
        </p:nvCxnSpPr>
        <p:spPr>
          <a:xfrm>
            <a:off x="400175" y="1369975"/>
            <a:ext cx="0" cy="86931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95" name="Google Shape;295;p11"/>
          <p:cNvGrpSpPr/>
          <p:nvPr/>
        </p:nvGrpSpPr>
        <p:grpSpPr>
          <a:xfrm>
            <a:off x="404725" y="1300475"/>
            <a:ext cx="6908400" cy="72025"/>
            <a:chOff x="404725" y="1681475"/>
            <a:chExt cx="6908400" cy="72025"/>
          </a:xfrm>
        </p:grpSpPr>
        <p:cxnSp>
          <p:nvCxnSpPr>
            <p:cNvPr id="296" name="Google Shape;296;p11"/>
            <p:cNvCxnSpPr/>
            <p:nvPr/>
          </p:nvCxnSpPr>
          <p:spPr>
            <a:xfrm flipH="1" rot="10800000">
              <a:off x="404725" y="1681475"/>
              <a:ext cx="6908400" cy="16800"/>
            </a:xfrm>
            <a:prstGeom prst="straightConnector1">
              <a:avLst/>
            </a:prstGeom>
            <a:noFill/>
            <a:ln cap="flat" cmpd="sng" w="3810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97" name="Google Shape;297;p11"/>
            <p:cNvCxnSpPr/>
            <p:nvPr/>
          </p:nvCxnSpPr>
          <p:spPr>
            <a:xfrm flipH="1" rot="10800000">
              <a:off x="404725" y="1736700"/>
              <a:ext cx="6908400" cy="16800"/>
            </a:xfrm>
            <a:prstGeom prst="straightConnector1">
              <a:avLst/>
            </a:prstGeom>
            <a:noFill/>
            <a:ln cap="flat" cmpd="sng" w="3810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298" name="Google Shape;298;p11"/>
          <p:cNvCxnSpPr/>
          <p:nvPr/>
        </p:nvCxnSpPr>
        <p:spPr>
          <a:xfrm>
            <a:off x="7324850" y="1360450"/>
            <a:ext cx="0" cy="87312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9" name="Google Shape;299;p11"/>
          <p:cNvCxnSpPr/>
          <p:nvPr/>
        </p:nvCxnSpPr>
        <p:spPr>
          <a:xfrm rot="10800000">
            <a:off x="438150" y="3276600"/>
            <a:ext cx="68961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0" name="Google Shape;300;p11"/>
          <p:cNvCxnSpPr/>
          <p:nvPr/>
        </p:nvCxnSpPr>
        <p:spPr>
          <a:xfrm>
            <a:off x="3861475" y="3505200"/>
            <a:ext cx="0" cy="65769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01" name="Google Shape;301;p11"/>
          <p:cNvGrpSpPr/>
          <p:nvPr/>
        </p:nvGrpSpPr>
        <p:grpSpPr>
          <a:xfrm>
            <a:off x="417975" y="1504250"/>
            <a:ext cx="2357775" cy="410125"/>
            <a:chOff x="417975" y="1885250"/>
            <a:chExt cx="2357775" cy="410125"/>
          </a:xfrm>
        </p:grpSpPr>
        <p:sp>
          <p:nvSpPr>
            <p:cNvPr id="302" name="Google Shape;302;p11"/>
            <p:cNvSpPr/>
            <p:nvPr/>
          </p:nvSpPr>
          <p:spPr>
            <a:xfrm>
              <a:off x="417975" y="188525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11"/>
            <p:cNvSpPr/>
            <p:nvPr/>
          </p:nvSpPr>
          <p:spPr>
            <a:xfrm rot="10800000">
              <a:off x="2236350" y="188587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11"/>
            <p:cNvSpPr/>
            <p:nvPr/>
          </p:nvSpPr>
          <p:spPr>
            <a:xfrm>
              <a:off x="446175" y="190530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11"/>
            <p:cNvSpPr/>
            <p:nvPr/>
          </p:nvSpPr>
          <p:spPr>
            <a:xfrm rot="10800000">
              <a:off x="2198100" y="1906000"/>
              <a:ext cx="5196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00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6" name="Google Shape;306;p11"/>
          <p:cNvGrpSpPr/>
          <p:nvPr/>
        </p:nvGrpSpPr>
        <p:grpSpPr>
          <a:xfrm>
            <a:off x="417975" y="3276600"/>
            <a:ext cx="2357775" cy="410125"/>
            <a:chOff x="265575" y="3352800"/>
            <a:chExt cx="2357775" cy="410125"/>
          </a:xfrm>
        </p:grpSpPr>
        <p:sp>
          <p:nvSpPr>
            <p:cNvPr id="307" name="Google Shape;307;p11"/>
            <p:cNvSpPr/>
            <p:nvPr/>
          </p:nvSpPr>
          <p:spPr>
            <a:xfrm>
              <a:off x="265575" y="335280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11"/>
            <p:cNvSpPr/>
            <p:nvPr/>
          </p:nvSpPr>
          <p:spPr>
            <a:xfrm rot="10800000">
              <a:off x="2083950" y="335342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11"/>
            <p:cNvSpPr/>
            <p:nvPr/>
          </p:nvSpPr>
          <p:spPr>
            <a:xfrm>
              <a:off x="293775" y="337285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11"/>
            <p:cNvSpPr/>
            <p:nvPr/>
          </p:nvSpPr>
          <p:spPr>
            <a:xfrm rot="10800000">
              <a:off x="2045700" y="3373550"/>
              <a:ext cx="5196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1" name="Google Shape;311;p11"/>
          <p:cNvGrpSpPr/>
          <p:nvPr/>
        </p:nvGrpSpPr>
        <p:grpSpPr>
          <a:xfrm>
            <a:off x="3872044" y="3276600"/>
            <a:ext cx="2747987" cy="410125"/>
            <a:chOff x="3567313" y="3200400"/>
            <a:chExt cx="2357775" cy="410125"/>
          </a:xfrm>
        </p:grpSpPr>
        <p:sp>
          <p:nvSpPr>
            <p:cNvPr id="312" name="Google Shape;312;p11"/>
            <p:cNvSpPr/>
            <p:nvPr/>
          </p:nvSpPr>
          <p:spPr>
            <a:xfrm>
              <a:off x="3567313" y="320040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11"/>
            <p:cNvSpPr/>
            <p:nvPr/>
          </p:nvSpPr>
          <p:spPr>
            <a:xfrm rot="10800000">
              <a:off x="5385688" y="320102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11"/>
            <p:cNvSpPr/>
            <p:nvPr/>
          </p:nvSpPr>
          <p:spPr>
            <a:xfrm>
              <a:off x="3595513" y="322045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11"/>
            <p:cNvSpPr/>
            <p:nvPr/>
          </p:nvSpPr>
          <p:spPr>
            <a:xfrm rot="10800000">
              <a:off x="5393639" y="3221150"/>
              <a:ext cx="4734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6" name="Google Shape;316;p11"/>
          <p:cNvGrpSpPr/>
          <p:nvPr/>
        </p:nvGrpSpPr>
        <p:grpSpPr>
          <a:xfrm>
            <a:off x="417963" y="6597750"/>
            <a:ext cx="2357775" cy="410125"/>
            <a:chOff x="-39237" y="6140550"/>
            <a:chExt cx="2357775" cy="410125"/>
          </a:xfrm>
        </p:grpSpPr>
        <p:sp>
          <p:nvSpPr>
            <p:cNvPr id="317" name="Google Shape;317;p11"/>
            <p:cNvSpPr/>
            <p:nvPr/>
          </p:nvSpPr>
          <p:spPr>
            <a:xfrm>
              <a:off x="-39237" y="6140550"/>
              <a:ext cx="2020800" cy="4101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11"/>
            <p:cNvSpPr/>
            <p:nvPr/>
          </p:nvSpPr>
          <p:spPr>
            <a:xfrm rot="10800000">
              <a:off x="1779138" y="6141175"/>
              <a:ext cx="539400" cy="4095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11"/>
            <p:cNvSpPr/>
            <p:nvPr/>
          </p:nvSpPr>
          <p:spPr>
            <a:xfrm>
              <a:off x="-11037" y="6160600"/>
              <a:ext cx="1946700" cy="364200"/>
            </a:xfrm>
            <a:prstGeom prst="rect">
              <a:avLst/>
            </a:prstGeom>
            <a:solidFill>
              <a:srgbClr val="B7B7B7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11"/>
            <p:cNvSpPr/>
            <p:nvPr/>
          </p:nvSpPr>
          <p:spPr>
            <a:xfrm rot="10800000">
              <a:off x="1740888" y="6161300"/>
              <a:ext cx="519600" cy="363600"/>
            </a:xfrm>
            <a:prstGeom prst="chevron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38761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1" name="Google Shape;321;p11"/>
          <p:cNvSpPr txBox="1"/>
          <p:nvPr/>
        </p:nvSpPr>
        <p:spPr>
          <a:xfrm>
            <a:off x="402100" y="1527525"/>
            <a:ext cx="194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ogle Sans"/>
                <a:ea typeface="Google Sans"/>
                <a:cs typeface="Google Sans"/>
                <a:sym typeface="Google Sans"/>
              </a:rPr>
              <a:t>OVERVIEW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22" name="Google Shape;322;p11"/>
          <p:cNvSpPr txBox="1"/>
          <p:nvPr/>
        </p:nvSpPr>
        <p:spPr>
          <a:xfrm>
            <a:off x="476200" y="3276599"/>
            <a:ext cx="179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ogle Sans"/>
                <a:ea typeface="Google Sans"/>
                <a:cs typeface="Google Sans"/>
                <a:sym typeface="Google Sans"/>
              </a:rPr>
              <a:t>PROJECT STATUS 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23" name="Google Shape;323;p11"/>
          <p:cNvSpPr txBox="1"/>
          <p:nvPr/>
        </p:nvSpPr>
        <p:spPr>
          <a:xfrm>
            <a:off x="623225" y="6602713"/>
            <a:ext cx="194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ogle Sans"/>
                <a:ea typeface="Google Sans"/>
                <a:cs typeface="Google Sans"/>
                <a:sym typeface="Google Sans"/>
              </a:rPr>
              <a:t>NEXT STEPS 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24" name="Google Shape;324;p11"/>
          <p:cNvSpPr txBox="1"/>
          <p:nvPr/>
        </p:nvSpPr>
        <p:spPr>
          <a:xfrm>
            <a:off x="3848750" y="3276600"/>
            <a:ext cx="1673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Google Sans"/>
                <a:ea typeface="Google Sans"/>
                <a:cs typeface="Google Sans"/>
                <a:sym typeface="Google Sans"/>
              </a:rPr>
              <a:t>KEY INSIGHTS </a:t>
            </a:r>
            <a:endParaRPr b="1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25" name="Google Shape;325;p11"/>
          <p:cNvSpPr txBox="1"/>
          <p:nvPr/>
        </p:nvSpPr>
        <p:spPr>
          <a:xfrm>
            <a:off x="3905525" y="4039263"/>
            <a:ext cx="3219000" cy="260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57150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26" name="Google Shape;326;p11"/>
          <p:cNvSpPr txBox="1"/>
          <p:nvPr/>
        </p:nvSpPr>
        <p:spPr>
          <a:xfrm>
            <a:off x="4183575" y="9228125"/>
            <a:ext cx="30867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i="1" sz="1100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27" name="Google Shape;327;p11"/>
          <p:cNvSpPr/>
          <p:nvPr>
            <p:ph idx="2" type="pic"/>
          </p:nvPr>
        </p:nvSpPr>
        <p:spPr>
          <a:xfrm>
            <a:off x="4076163" y="619970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  <p:extLst>
    <p:ext uri="{DCECCB84-F9BA-43D5-87BE-67443E8EF086}">
      <p15:sldGuideLst>
        <p15:guide id="1" pos="255">
          <p15:clr>
            <a:srgbClr val="FA7B17"/>
          </p15:clr>
        </p15:guide>
        <p15:guide id="2" orient="horz" pos="2922">
          <p15:clr>
            <a:srgbClr val="FA7B17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4">
  <p:cSld name="CUSTOM"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2"/>
          <p:cNvSpPr/>
          <p:nvPr/>
        </p:nvSpPr>
        <p:spPr>
          <a:xfrm flipH="1">
            <a:off x="2748900" y="9168075"/>
            <a:ext cx="5023500" cy="890400"/>
          </a:xfrm>
          <a:prstGeom prst="rtTriangle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30" name="Google Shape;330;p12"/>
          <p:cNvSpPr/>
          <p:nvPr/>
        </p:nvSpPr>
        <p:spPr>
          <a:xfrm>
            <a:off x="0" y="9168075"/>
            <a:ext cx="4138800" cy="890400"/>
          </a:xfrm>
          <a:prstGeom prst="rtTriangle">
            <a:avLst/>
          </a:prstGeom>
          <a:solidFill>
            <a:srgbClr val="DB443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331" name="Google Shape;331;p12"/>
          <p:cNvGrpSpPr/>
          <p:nvPr/>
        </p:nvGrpSpPr>
        <p:grpSpPr>
          <a:xfrm>
            <a:off x="95351" y="1392509"/>
            <a:ext cx="7581691" cy="5901"/>
            <a:chOff x="1890075" y="5241175"/>
            <a:chExt cx="4240556" cy="257700"/>
          </a:xfrm>
        </p:grpSpPr>
        <p:sp>
          <p:nvSpPr>
            <p:cNvPr id="332" name="Google Shape;332;p1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33" name="Google Shape;333;p1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34" name="Google Shape;334;p1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35" name="Google Shape;335;p1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336" name="Google Shape;336;p12"/>
          <p:cNvGrpSpPr/>
          <p:nvPr/>
        </p:nvGrpSpPr>
        <p:grpSpPr>
          <a:xfrm>
            <a:off x="95351" y="4542984"/>
            <a:ext cx="7581691" cy="5901"/>
            <a:chOff x="1890075" y="5241175"/>
            <a:chExt cx="4240556" cy="257700"/>
          </a:xfrm>
        </p:grpSpPr>
        <p:sp>
          <p:nvSpPr>
            <p:cNvPr id="337" name="Google Shape;337;p1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38" name="Google Shape;338;p1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39" name="Google Shape;339;p1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40" name="Google Shape;340;p1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341" name="Google Shape;341;p12"/>
          <p:cNvSpPr/>
          <p:nvPr/>
        </p:nvSpPr>
        <p:spPr>
          <a:xfrm>
            <a:off x="432000" y="1624350"/>
            <a:ext cx="1598400" cy="269100"/>
          </a:xfrm>
          <a:prstGeom prst="rect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EEEEEE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Overview 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42" name="Google Shape;342;p12"/>
          <p:cNvSpPr/>
          <p:nvPr/>
        </p:nvSpPr>
        <p:spPr>
          <a:xfrm>
            <a:off x="432000" y="2620004"/>
            <a:ext cx="1598400" cy="285000"/>
          </a:xfrm>
          <a:prstGeom prst="rect">
            <a:avLst/>
          </a:prstGeom>
          <a:solidFill>
            <a:srgbClr val="DB4437"/>
          </a:solidFill>
          <a:ln cap="flat" cmpd="sng" w="9525">
            <a:solidFill>
              <a:srgbClr val="DB44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Problem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43" name="Google Shape;343;p12"/>
          <p:cNvSpPr/>
          <p:nvPr/>
        </p:nvSpPr>
        <p:spPr>
          <a:xfrm>
            <a:off x="432000" y="3615673"/>
            <a:ext cx="1598400" cy="269100"/>
          </a:xfrm>
          <a:prstGeom prst="rect">
            <a:avLst/>
          </a:prstGeom>
          <a:solidFill>
            <a:srgbClr val="F4B400"/>
          </a:solidFill>
          <a:ln cap="flat" cmpd="sng" w="9525">
            <a:solidFill>
              <a:srgbClr val="F4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Solution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44" name="Google Shape;344;p12"/>
          <p:cNvSpPr/>
          <p:nvPr/>
        </p:nvSpPr>
        <p:spPr>
          <a:xfrm>
            <a:off x="432000" y="4676196"/>
            <a:ext cx="1598400" cy="285000"/>
          </a:xfrm>
          <a:prstGeom prst="rect">
            <a:avLst/>
          </a:prstGeom>
          <a:solidFill>
            <a:srgbClr val="0F9D58"/>
          </a:solidFill>
          <a:ln cap="flat" cmpd="sng" w="9525">
            <a:solidFill>
              <a:srgbClr val="0F9D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Details 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45" name="Google Shape;345;p12"/>
          <p:cNvSpPr/>
          <p:nvPr/>
        </p:nvSpPr>
        <p:spPr>
          <a:xfrm>
            <a:off x="432000" y="8296570"/>
            <a:ext cx="1598400" cy="269100"/>
          </a:xfrm>
          <a:prstGeom prst="rect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Next Steps </a:t>
            </a:r>
            <a:endParaRPr b="1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346" name="Google Shape;346;p12"/>
          <p:cNvGrpSpPr/>
          <p:nvPr/>
        </p:nvGrpSpPr>
        <p:grpSpPr>
          <a:xfrm>
            <a:off x="95351" y="8200359"/>
            <a:ext cx="7581691" cy="5901"/>
            <a:chOff x="1890075" y="5241175"/>
            <a:chExt cx="4240556" cy="257700"/>
          </a:xfrm>
        </p:grpSpPr>
        <p:sp>
          <p:nvSpPr>
            <p:cNvPr id="347" name="Google Shape;347;p12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48" name="Google Shape;348;p12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49" name="Google Shape;349;p12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50" name="Google Shape;350;p12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351" name="Google Shape;351;p12"/>
          <p:cNvSpPr/>
          <p:nvPr>
            <p:ph idx="2" type="pic"/>
          </p:nvPr>
        </p:nvSpPr>
        <p:spPr>
          <a:xfrm>
            <a:off x="4394725" y="4961200"/>
            <a:ext cx="3035400" cy="2495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">
  <p:cSld name="CUSTOM_1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5">
  <p:cSld name="CUSTOM_2"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4" name="Google Shape;354;p14"/>
          <p:cNvCxnSpPr/>
          <p:nvPr/>
        </p:nvCxnSpPr>
        <p:spPr>
          <a:xfrm>
            <a:off x="3049395" y="1359111"/>
            <a:ext cx="0" cy="59244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5" name="Google Shape;355;p14"/>
          <p:cNvCxnSpPr>
            <a:stCxn id="356" idx="0"/>
          </p:cNvCxnSpPr>
          <p:nvPr/>
        </p:nvCxnSpPr>
        <p:spPr>
          <a:xfrm flipH="1">
            <a:off x="172020" y="1360808"/>
            <a:ext cx="18300" cy="91872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57" name="Google Shape;357;p14"/>
          <p:cNvGrpSpPr/>
          <p:nvPr/>
        </p:nvGrpSpPr>
        <p:grpSpPr>
          <a:xfrm>
            <a:off x="190320" y="1357857"/>
            <a:ext cx="7581691" cy="5901"/>
            <a:chOff x="1890075" y="5241175"/>
            <a:chExt cx="4240556" cy="257700"/>
          </a:xfrm>
        </p:grpSpPr>
        <p:sp>
          <p:nvSpPr>
            <p:cNvPr id="356" name="Google Shape;356;p14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58" name="Google Shape;358;p14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59" name="Google Shape;359;p14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60" name="Google Shape;360;p14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grpSp>
        <p:nvGrpSpPr>
          <p:cNvPr id="361" name="Google Shape;361;p14"/>
          <p:cNvGrpSpPr/>
          <p:nvPr/>
        </p:nvGrpSpPr>
        <p:grpSpPr>
          <a:xfrm>
            <a:off x="190320" y="1388959"/>
            <a:ext cx="7581691" cy="5901"/>
            <a:chOff x="1890075" y="5241175"/>
            <a:chExt cx="4240556" cy="257700"/>
          </a:xfrm>
        </p:grpSpPr>
        <p:sp>
          <p:nvSpPr>
            <p:cNvPr id="362" name="Google Shape;362;p14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63" name="Google Shape;363;p14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64" name="Google Shape;364;p14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  <p:sp>
          <p:nvSpPr>
            <p:cNvPr id="365" name="Google Shape;365;p14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595959"/>
                </a:solidFill>
              </a:endParaRPr>
            </a:p>
          </p:txBody>
        </p:sp>
      </p:grpSp>
      <p:sp>
        <p:nvSpPr>
          <p:cNvPr id="366" name="Google Shape;366;p14"/>
          <p:cNvSpPr txBox="1"/>
          <p:nvPr/>
        </p:nvSpPr>
        <p:spPr>
          <a:xfrm>
            <a:off x="490594" y="15441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ISSUE / PROBLEM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367" name="Google Shape;367;p14"/>
          <p:cNvGrpSpPr/>
          <p:nvPr/>
        </p:nvGrpSpPr>
        <p:grpSpPr>
          <a:xfrm>
            <a:off x="372224" y="1650425"/>
            <a:ext cx="137818" cy="187200"/>
            <a:chOff x="507100" y="1997600"/>
            <a:chExt cx="158375" cy="187200"/>
          </a:xfrm>
        </p:grpSpPr>
        <p:sp>
          <p:nvSpPr>
            <p:cNvPr id="368" name="Google Shape;368;p14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14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999999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0" name="Google Shape;370;p14"/>
          <p:cNvSpPr txBox="1"/>
          <p:nvPr/>
        </p:nvSpPr>
        <p:spPr>
          <a:xfrm>
            <a:off x="3314919" y="15441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RESPONSE 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371" name="Google Shape;371;p14"/>
          <p:cNvGrpSpPr/>
          <p:nvPr/>
        </p:nvGrpSpPr>
        <p:grpSpPr>
          <a:xfrm>
            <a:off x="3196549" y="1650425"/>
            <a:ext cx="137818" cy="187200"/>
            <a:chOff x="507100" y="1997600"/>
            <a:chExt cx="158375" cy="187200"/>
          </a:xfrm>
        </p:grpSpPr>
        <p:sp>
          <p:nvSpPr>
            <p:cNvPr id="372" name="Google Shape;372;p14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14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999999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4" name="Google Shape;374;p14"/>
          <p:cNvSpPr txBox="1"/>
          <p:nvPr/>
        </p:nvSpPr>
        <p:spPr>
          <a:xfrm>
            <a:off x="3314919" y="4367300"/>
            <a:ext cx="2259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Work Sans"/>
                <a:ea typeface="Work Sans"/>
                <a:cs typeface="Work Sans"/>
                <a:sym typeface="Work Sans"/>
              </a:rPr>
              <a:t>KEY INSIGHTS </a:t>
            </a:r>
            <a:endParaRPr sz="1500">
              <a:latin typeface="Work Sans"/>
              <a:ea typeface="Work Sans"/>
              <a:cs typeface="Work Sans"/>
              <a:sym typeface="Work Sans"/>
            </a:endParaRPr>
          </a:p>
        </p:txBody>
      </p:sp>
      <p:grpSp>
        <p:nvGrpSpPr>
          <p:cNvPr id="375" name="Google Shape;375;p14"/>
          <p:cNvGrpSpPr/>
          <p:nvPr/>
        </p:nvGrpSpPr>
        <p:grpSpPr>
          <a:xfrm>
            <a:off x="3196549" y="4473625"/>
            <a:ext cx="137818" cy="187200"/>
            <a:chOff x="507100" y="1997600"/>
            <a:chExt cx="158375" cy="187200"/>
          </a:xfrm>
        </p:grpSpPr>
        <p:sp>
          <p:nvSpPr>
            <p:cNvPr id="376" name="Google Shape;376;p14"/>
            <p:cNvSpPr/>
            <p:nvPr/>
          </p:nvSpPr>
          <p:spPr>
            <a:xfrm>
              <a:off x="529575" y="1997600"/>
              <a:ext cx="135900" cy="1872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14"/>
            <p:cNvSpPr/>
            <p:nvPr/>
          </p:nvSpPr>
          <p:spPr>
            <a:xfrm>
              <a:off x="507100" y="2017025"/>
              <a:ext cx="135900" cy="146700"/>
            </a:xfrm>
            <a:prstGeom prst="chevron">
              <a:avLst>
                <a:gd fmla="val 50000" name="adj"/>
              </a:avLst>
            </a:prstGeom>
            <a:solidFill>
              <a:srgbClr val="999999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8" name="Google Shape;378;p14"/>
          <p:cNvGrpSpPr/>
          <p:nvPr/>
        </p:nvGrpSpPr>
        <p:grpSpPr>
          <a:xfrm>
            <a:off x="172050" y="5100163"/>
            <a:ext cx="2852450" cy="4958106"/>
            <a:chOff x="404700" y="4541500"/>
            <a:chExt cx="2852450" cy="5007177"/>
          </a:xfrm>
        </p:grpSpPr>
        <p:sp>
          <p:nvSpPr>
            <p:cNvPr id="379" name="Google Shape;379;p14"/>
            <p:cNvSpPr/>
            <p:nvPr/>
          </p:nvSpPr>
          <p:spPr>
            <a:xfrm>
              <a:off x="404700" y="4574122"/>
              <a:ext cx="2758200" cy="4933800"/>
            </a:xfrm>
            <a:prstGeom prst="rect">
              <a:avLst/>
            </a:prstGeom>
            <a:solidFill>
              <a:srgbClr val="59595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14"/>
            <p:cNvSpPr/>
            <p:nvPr/>
          </p:nvSpPr>
          <p:spPr>
            <a:xfrm>
              <a:off x="452450" y="4614877"/>
              <a:ext cx="2804700" cy="4933800"/>
            </a:xfrm>
            <a:prstGeom prst="rect">
              <a:avLst/>
            </a:prstGeom>
            <a:solidFill>
              <a:srgbClr val="CCCCCC"/>
            </a:solidFill>
            <a:ln cap="flat" cmpd="sng" w="952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14"/>
            <p:cNvSpPr txBox="1"/>
            <p:nvPr/>
          </p:nvSpPr>
          <p:spPr>
            <a:xfrm>
              <a:off x="643125" y="4541500"/>
              <a:ext cx="2595900" cy="41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latin typeface="Work Sans"/>
                  <a:ea typeface="Work Sans"/>
                  <a:cs typeface="Work Sans"/>
                  <a:sym typeface="Work Sans"/>
                </a:rPr>
                <a:t>IMPACT</a:t>
              </a:r>
              <a:endParaRPr sz="1500">
                <a:latin typeface="Work Sans"/>
                <a:ea typeface="Work Sans"/>
                <a:cs typeface="Work Sans"/>
                <a:sym typeface="Work Sans"/>
              </a:endParaRPr>
            </a:p>
          </p:txBody>
        </p:sp>
        <p:sp>
          <p:nvSpPr>
            <p:cNvPr id="382" name="Google Shape;382;p14"/>
            <p:cNvSpPr/>
            <p:nvPr/>
          </p:nvSpPr>
          <p:spPr>
            <a:xfrm>
              <a:off x="529575" y="4663612"/>
              <a:ext cx="135900" cy="200400"/>
            </a:xfrm>
            <a:prstGeom prst="chevron">
              <a:avLst>
                <a:gd fmla="val 50000" name="adj"/>
              </a:avLst>
            </a:prstGeom>
            <a:solidFill>
              <a:srgbClr val="595959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14"/>
            <p:cNvSpPr/>
            <p:nvPr/>
          </p:nvSpPr>
          <p:spPr>
            <a:xfrm>
              <a:off x="507100" y="4684392"/>
              <a:ext cx="135900" cy="156900"/>
            </a:xfrm>
            <a:prstGeom prst="chevron">
              <a:avLst>
                <a:gd fmla="val 50000" name="adj"/>
              </a:avLst>
            </a:prstGeom>
            <a:solidFill>
              <a:srgbClr val="999999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84" name="Google Shape;384;p14"/>
          <p:cNvSpPr txBox="1"/>
          <p:nvPr/>
        </p:nvSpPr>
        <p:spPr>
          <a:xfrm>
            <a:off x="190350" y="11200"/>
            <a:ext cx="7290900" cy="771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000000"/>
              </a:solidFill>
              <a:latin typeface="Google Sans SemiBold"/>
              <a:ea typeface="Google Sans SemiBold"/>
              <a:cs typeface="Google Sans SemiBold"/>
              <a:sym typeface="Google Sans SemiBold"/>
            </a:endParaRPr>
          </a:p>
        </p:txBody>
      </p:sp>
      <p:sp>
        <p:nvSpPr>
          <p:cNvPr id="385" name="Google Shape;385;p14"/>
          <p:cNvSpPr txBox="1"/>
          <p:nvPr/>
        </p:nvSpPr>
        <p:spPr>
          <a:xfrm>
            <a:off x="2226300" y="513400"/>
            <a:ext cx="3219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PT Sans Narrow"/>
              <a:ea typeface="PT Sans Narrow"/>
              <a:cs typeface="PT Sans Narrow"/>
              <a:sym typeface="PT Sans Narrow"/>
            </a:endParaRPr>
          </a:p>
        </p:txBody>
      </p:sp>
      <p:sp>
        <p:nvSpPr>
          <p:cNvPr id="386" name="Google Shape;386;p14"/>
          <p:cNvSpPr/>
          <p:nvPr>
            <p:ph idx="2" type="pic"/>
          </p:nvPr>
        </p:nvSpPr>
        <p:spPr>
          <a:xfrm>
            <a:off x="4467025" y="5862300"/>
            <a:ext cx="3006900" cy="2044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6">
  <p:cSld name="CUSTOM_2_2"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5"/>
          <p:cNvSpPr/>
          <p:nvPr/>
        </p:nvSpPr>
        <p:spPr>
          <a:xfrm flipH="1">
            <a:off x="2748900" y="9168075"/>
            <a:ext cx="5023500" cy="890400"/>
          </a:xfrm>
          <a:prstGeom prst="rtTriangle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389" name="Google Shape;389;p15"/>
          <p:cNvSpPr/>
          <p:nvPr/>
        </p:nvSpPr>
        <p:spPr>
          <a:xfrm>
            <a:off x="0" y="9168075"/>
            <a:ext cx="4138800" cy="890400"/>
          </a:xfrm>
          <a:prstGeom prst="rtTriangle">
            <a:avLst/>
          </a:prstGeom>
          <a:solidFill>
            <a:srgbClr val="DB443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390" name="Google Shape;390;p15"/>
          <p:cNvGrpSpPr/>
          <p:nvPr/>
        </p:nvGrpSpPr>
        <p:grpSpPr>
          <a:xfrm>
            <a:off x="95351" y="1392509"/>
            <a:ext cx="7581691" cy="5901"/>
            <a:chOff x="1890075" y="5241175"/>
            <a:chExt cx="4240556" cy="257700"/>
          </a:xfrm>
        </p:grpSpPr>
        <p:sp>
          <p:nvSpPr>
            <p:cNvPr id="391" name="Google Shape;391;p15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92" name="Google Shape;392;p15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93" name="Google Shape;393;p15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94" name="Google Shape;394;p15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grpSp>
        <p:nvGrpSpPr>
          <p:cNvPr id="395" name="Google Shape;395;p15"/>
          <p:cNvGrpSpPr/>
          <p:nvPr/>
        </p:nvGrpSpPr>
        <p:grpSpPr>
          <a:xfrm>
            <a:off x="95351" y="4542984"/>
            <a:ext cx="7581691" cy="5901"/>
            <a:chOff x="1890075" y="5241175"/>
            <a:chExt cx="4240556" cy="257700"/>
          </a:xfrm>
        </p:grpSpPr>
        <p:sp>
          <p:nvSpPr>
            <p:cNvPr id="396" name="Google Shape;396;p15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97" name="Google Shape;397;p15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98" name="Google Shape;398;p15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399" name="Google Shape;399;p15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400" name="Google Shape;400;p15"/>
          <p:cNvSpPr/>
          <p:nvPr/>
        </p:nvSpPr>
        <p:spPr>
          <a:xfrm>
            <a:off x="432000" y="1624350"/>
            <a:ext cx="1598400" cy="269100"/>
          </a:xfrm>
          <a:prstGeom prst="rect">
            <a:avLst/>
          </a:prstGeom>
          <a:solidFill>
            <a:srgbClr val="4285F4"/>
          </a:solidFill>
          <a:ln cap="flat" cmpd="sng" w="9525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chemeClr val="l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Overview </a:t>
            </a:r>
            <a:endParaRPr b="1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01" name="Google Shape;401;p15"/>
          <p:cNvSpPr/>
          <p:nvPr/>
        </p:nvSpPr>
        <p:spPr>
          <a:xfrm>
            <a:off x="432000" y="3153404"/>
            <a:ext cx="1598400" cy="285000"/>
          </a:xfrm>
          <a:prstGeom prst="rect">
            <a:avLst/>
          </a:prstGeom>
          <a:solidFill>
            <a:srgbClr val="DB4437"/>
          </a:solidFill>
          <a:ln cap="flat" cmpd="sng" w="9525">
            <a:solidFill>
              <a:srgbClr val="DB44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Objective</a:t>
            </a:r>
            <a:endParaRPr b="1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02" name="Google Shape;402;p15"/>
          <p:cNvSpPr/>
          <p:nvPr/>
        </p:nvSpPr>
        <p:spPr>
          <a:xfrm>
            <a:off x="432000" y="4904796"/>
            <a:ext cx="1598400" cy="285000"/>
          </a:xfrm>
          <a:prstGeom prst="rect">
            <a:avLst/>
          </a:prstGeom>
          <a:solidFill>
            <a:srgbClr val="F4B400"/>
          </a:solidFill>
          <a:ln cap="flat" cmpd="sng" w="9525">
            <a:solidFill>
              <a:srgbClr val="F4B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Results </a:t>
            </a:r>
            <a:endParaRPr b="1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403" name="Google Shape;403;p15"/>
          <p:cNvSpPr/>
          <p:nvPr/>
        </p:nvSpPr>
        <p:spPr>
          <a:xfrm>
            <a:off x="432000" y="8144170"/>
            <a:ext cx="1598400" cy="269100"/>
          </a:xfrm>
          <a:prstGeom prst="rect">
            <a:avLst/>
          </a:prstGeom>
          <a:solidFill>
            <a:srgbClr val="0F9D58"/>
          </a:solidFill>
          <a:ln cap="flat" cmpd="sng" w="9525">
            <a:solidFill>
              <a:srgbClr val="0F9D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Next Steps </a:t>
            </a:r>
            <a:endParaRPr b="1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grpSp>
        <p:nvGrpSpPr>
          <p:cNvPr id="404" name="Google Shape;404;p15"/>
          <p:cNvGrpSpPr/>
          <p:nvPr/>
        </p:nvGrpSpPr>
        <p:grpSpPr>
          <a:xfrm>
            <a:off x="95351" y="7971759"/>
            <a:ext cx="7581691" cy="5901"/>
            <a:chOff x="1890075" y="5241175"/>
            <a:chExt cx="4240556" cy="257700"/>
          </a:xfrm>
        </p:grpSpPr>
        <p:sp>
          <p:nvSpPr>
            <p:cNvPr id="405" name="Google Shape;405;p15"/>
            <p:cNvSpPr/>
            <p:nvPr/>
          </p:nvSpPr>
          <p:spPr>
            <a:xfrm rot="-5400000">
              <a:off x="2291325" y="4839925"/>
              <a:ext cx="257700" cy="1060200"/>
            </a:xfrm>
            <a:prstGeom prst="rect">
              <a:avLst/>
            </a:prstGeom>
            <a:solidFill>
              <a:srgbClr val="4285F4"/>
            </a:solidFill>
            <a:ln cap="flat" cmpd="sng" w="9525">
              <a:solidFill>
                <a:srgbClr val="4285F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06" name="Google Shape;406;p15"/>
            <p:cNvSpPr/>
            <p:nvPr/>
          </p:nvSpPr>
          <p:spPr>
            <a:xfrm rot="-5400000">
              <a:off x="3351444" y="4839925"/>
              <a:ext cx="257700" cy="1060200"/>
            </a:xfrm>
            <a:prstGeom prst="rect">
              <a:avLst/>
            </a:prstGeom>
            <a:solidFill>
              <a:srgbClr val="DB4437"/>
            </a:solidFill>
            <a:ln cap="flat" cmpd="sng" w="9525">
              <a:solidFill>
                <a:srgbClr val="DB44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07" name="Google Shape;407;p15"/>
            <p:cNvSpPr/>
            <p:nvPr/>
          </p:nvSpPr>
          <p:spPr>
            <a:xfrm rot="-5400000">
              <a:off x="4411563" y="4839925"/>
              <a:ext cx="257700" cy="1060200"/>
            </a:xfrm>
            <a:prstGeom prst="rect">
              <a:avLst/>
            </a:prstGeom>
            <a:solidFill>
              <a:srgbClr val="F4B400"/>
            </a:solidFill>
            <a:ln cap="flat" cmpd="sng" w="9525">
              <a:solidFill>
                <a:srgbClr val="F4B4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  <p:sp>
          <p:nvSpPr>
            <p:cNvPr id="408" name="Google Shape;408;p15"/>
            <p:cNvSpPr/>
            <p:nvPr/>
          </p:nvSpPr>
          <p:spPr>
            <a:xfrm rot="-5400000">
              <a:off x="5471681" y="4839925"/>
              <a:ext cx="257700" cy="1060200"/>
            </a:xfrm>
            <a:prstGeom prst="rect">
              <a:avLst/>
            </a:prstGeom>
            <a:solidFill>
              <a:srgbClr val="0F9D58"/>
            </a:solidFill>
            <a:ln cap="flat" cmpd="sng" w="9525">
              <a:solidFill>
                <a:srgbClr val="0F9D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2"/>
                </a:solidFill>
              </a:endParaRPr>
            </a:p>
          </p:txBody>
        </p:sp>
      </p:grpSp>
      <p:sp>
        <p:nvSpPr>
          <p:cNvPr id="409" name="Google Shape;409;p15"/>
          <p:cNvSpPr/>
          <p:nvPr>
            <p:ph idx="2" type="pic"/>
          </p:nvPr>
        </p:nvSpPr>
        <p:spPr>
          <a:xfrm>
            <a:off x="4467025" y="5862300"/>
            <a:ext cx="3006900" cy="20448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3.xml"/><Relationship Id="rId8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 SemiBold"/>
              <a:buNone/>
              <a:defRPr sz="2800">
                <a:solidFill>
                  <a:schemeClr val="dk1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Char char="●"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○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■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●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○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■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●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○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■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3247350" y="1195375"/>
            <a:ext cx="449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ogle Sans SemiBold"/>
              <a:buNone/>
              <a:defRPr sz="2800">
                <a:solidFill>
                  <a:schemeClr val="dk1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3" name="Google Shape;193;p8"/>
          <p:cNvSpPr txBox="1"/>
          <p:nvPr>
            <p:ph idx="1" type="body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Char char="●"/>
              <a:defRPr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○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■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●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○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■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●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○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Google Sans"/>
              <a:buChar char="■"/>
              <a:defRPr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defRPr>
            </a:lvl9pPr>
          </a:lstStyle>
          <a:p/>
        </p:txBody>
      </p:sp>
      <p:sp>
        <p:nvSpPr>
          <p:cNvPr id="194" name="Google Shape;194;p8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5" name="Google Shape;195;p8"/>
          <p:cNvSpPr txBox="1"/>
          <p:nvPr/>
        </p:nvSpPr>
        <p:spPr>
          <a:xfrm>
            <a:off x="3247350" y="1195375"/>
            <a:ext cx="449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/Relationships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2" name="Google Shape;452;p20"/>
          <p:cNvGrpSpPr/>
          <p:nvPr/>
        </p:nvGrpSpPr>
        <p:grpSpPr>
          <a:xfrm>
            <a:off x="404725" y="508525"/>
            <a:ext cx="5190000" cy="771300"/>
            <a:chOff x="188700" y="665125"/>
            <a:chExt cx="5190000" cy="771300"/>
          </a:xfrm>
        </p:grpSpPr>
        <p:sp>
          <p:nvSpPr>
            <p:cNvPr id="453" name="Google Shape;453;p20"/>
            <p:cNvSpPr txBox="1"/>
            <p:nvPr/>
          </p:nvSpPr>
          <p:spPr>
            <a:xfrm>
              <a:off x="188700" y="665125"/>
              <a:ext cx="5190000" cy="77130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  <p:txBody>
            <a:bodyPr anchorCtr="0" anchor="t" bIns="91425" lIns="91425" spcFirstLastPara="1" rIns="91425" wrap="square" tIns="91425">
              <a:normAutofit/>
            </a:bodyPr>
            <a:lstStyle/>
            <a:p>
              <a:pPr indent="0" lvl="0" marL="0" rtl="0" algn="l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latin typeface="Google Sans SemiBold"/>
                  <a:ea typeface="Google Sans SemiBold"/>
                  <a:cs typeface="Google Sans SemiBold"/>
                  <a:sym typeface="Google Sans SemiBold"/>
                </a:rPr>
                <a:t>Waze User Churn Prediction</a:t>
              </a:r>
              <a:endParaRPr sz="1900">
                <a:solidFill>
                  <a:srgbClr val="000000"/>
                </a:solidFill>
                <a:latin typeface="Google Sans SemiBold"/>
                <a:ea typeface="Google Sans SemiBold"/>
                <a:cs typeface="Google Sans SemiBold"/>
                <a:sym typeface="Google Sans SemiBold"/>
              </a:endParaRPr>
            </a:p>
          </p:txBody>
        </p:sp>
        <p:sp>
          <p:nvSpPr>
            <p:cNvPr id="454" name="Google Shape;454;p20"/>
            <p:cNvSpPr txBox="1"/>
            <p:nvPr/>
          </p:nvSpPr>
          <p:spPr>
            <a:xfrm>
              <a:off x="188700" y="1036225"/>
              <a:ext cx="3516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" sz="1100">
                  <a:latin typeface="Roboto"/>
                  <a:ea typeface="Roboto"/>
                  <a:cs typeface="Roboto"/>
                  <a:sym typeface="Roboto"/>
                </a:rPr>
                <a:t>Executive summary: random forest vs. XGBoost</a:t>
              </a:r>
              <a:endParaRPr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455" name="TextBox 454"/>
          <p:cNvSpPr txBox="1"/>
          <p:nvPr/>
        </p:nvSpPr>
        <p:spPr>
          <a:xfrm>
            <a:off x="482600" y="1879600"/>
            <a:ext cx="6781800" cy="1320800"/>
          </a:xfrm>
          <a:prstGeom prst="rect">
            <a:avLst/>
          </a:prstGeom>
          <a:noFill/>
        </p:spPr>
        <p:txBody>
          <a:bodyPr wrap="square" lIns="30000" rIns="30000" tIns="20000" bIns="20000">
            <a:spAutoFit/>
          </a:bodyPr>
          <a:lstStyle/>
          <a:p>
            <a:pPr>
              <a:spcAft>
                <a:spcPts val="300"/>
              </a:spcAft>
            </a:pPr>
            <a:r>
              <a:rPr sz="1000" b="1">
                <a:solidFill>
                  <a:srgbClr val="1A1A1A"/>
                </a:solidFill>
                <a:latin typeface="Google Sans SemiBold"/>
              </a:rPr>
              <a:t>Goal: </a:t>
            </a:r>
            <a:r>
              <a:rPr sz="1000" b="0">
                <a:solidFill>
                  <a:srgbClr val="1A1A1A"/>
                </a:solidFill>
                <a:latin typeface="Google Sans SemiBold"/>
              </a:rPr>
              <a:t>Waze leadership asked us to predict which users will churn in a given month, so the company can improve retention and grow. We built, tuned and compared two tree-based models, random forest and XGBoost, on 14,299 users (17.7% churned).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1A1A1A"/>
                </a:solidFill>
                <a:latin typeface="Google Sans SemiBold"/>
              </a:rPr>
              <a:t>Data used: </a:t>
            </a:r>
            <a:r>
              <a:rPr sz="1000" b="0">
                <a:solidFill>
                  <a:srgbClr val="1A1A1A"/>
                </a:solidFill>
                <a:latin typeface="Google Sans SemiBold"/>
              </a:rPr>
              <a:t>monthly usage (sessions, drives, kilometers, driving time, days active), days since sign-up, navigations to favorite places, device type, plus 7 new ratio features such as average speed, share of sessions in the last month and share of sessions to favorite places.</a:t>
            </a:r>
          </a:p>
        </p:txBody>
      </p:sp>
      <p:sp>
        <p:nvSpPr>
          <p:cNvPr id="456" name="TextBox 455"/>
          <p:cNvSpPr txBox="1"/>
          <p:nvPr/>
        </p:nvSpPr>
        <p:spPr>
          <a:xfrm>
            <a:off x="482600" y="3784600"/>
            <a:ext cx="3327400" cy="2819400"/>
          </a:xfrm>
          <a:prstGeom prst="rect">
            <a:avLst/>
          </a:prstGeom>
          <a:noFill/>
        </p:spPr>
        <p:txBody>
          <a:bodyPr wrap="square" lIns="30000" rIns="30000" tIns="20000" bIns="20000">
            <a:spAutoFit/>
          </a:bodyPr>
          <a:lstStyle/>
          <a:p>
            <a:pPr marL="128000" indent="-128000">
              <a:spcAft>
                <a:spcPts val="300"/>
              </a:spcAft>
              <a:buChar char="•"/>
            </a:pPr>
            <a:r>
              <a:rPr sz="1050" b="1">
                <a:solidFill>
                  <a:srgbClr val="1A1A1A"/>
                </a:solidFill>
                <a:latin typeface="Google Sans SemiBold"/>
              </a:rPr>
              <a:t>XGBoost is the best model </a:t>
            </a:r>
            <a:r>
              <a:rPr sz="1050" b="0">
                <a:solidFill>
                  <a:srgbClr val="1A1A1A"/>
                </a:solidFill>
                <a:latin typeface="Google Sans SemiBold"/>
              </a:rPr>
              <a:t>(chosen on validation data; random forest was weaker: recall 12%, F1 0.19).</a:t>
            </a:r>
          </a:p>
          <a:p>
            <a:pPr marL="128000" indent="-128000">
              <a:spcAft>
                <a:spcPts val="300"/>
              </a:spcAft>
              <a:buChar char="•"/>
            </a:pPr>
            <a:r>
              <a:rPr sz="1050" b="1">
                <a:solidFill>
                  <a:srgbClr val="1A1A1A"/>
                </a:solidFill>
                <a:latin typeface="Google Sans SemiBold"/>
              </a:rPr>
              <a:t>How accuracy was tested: </a:t>
            </a:r>
            <a:r>
              <a:rPr sz="1050" b="0">
                <a:solidFill>
                  <a:srgbClr val="1A1A1A"/>
                </a:solidFill>
                <a:latin typeface="Google Sans SemiBold"/>
              </a:rPr>
              <a:t>the model was scored once on 2,860 held-out users never used for training or tuning. Accuracy alone misleads here (82% of users stay), so we use recall, precision and F1.</a:t>
            </a:r>
          </a:p>
          <a:p>
            <a:pPr marL="128000" indent="-128000">
              <a:spcAft>
                <a:spcPts val="300"/>
              </a:spcAft>
              <a:buChar char="•"/>
            </a:pPr>
            <a:r>
              <a:rPr sz="1050" b="1">
                <a:solidFill>
                  <a:srgbClr val="1A1A1A"/>
                </a:solidFill>
                <a:latin typeface="Google Sans SemiBold"/>
              </a:rPr>
              <a:t>Test results: </a:t>
            </a:r>
            <a:r>
              <a:rPr sz="1050" b="0">
                <a:solidFill>
                  <a:srgbClr val="1A1A1A"/>
                </a:solidFill>
                <a:latin typeface="Google Sans SemiBold"/>
              </a:rPr>
              <a:t>recall 18%, precision 42%, F1 0.25, accuracy 81%.</a:t>
            </a:r>
          </a:p>
          <a:p>
            <a:pPr marL="128000" indent="-128000">
              <a:spcAft>
                <a:spcPts val="300"/>
              </a:spcAft>
              <a:buChar char="•"/>
            </a:pPr>
            <a:r>
              <a:rPr sz="1050" b="1">
                <a:solidFill>
                  <a:srgbClr val="1A1A1A"/>
                </a:solidFill>
                <a:latin typeface="Google Sans SemiBold"/>
              </a:rPr>
              <a:t>Stable scores </a:t>
            </a:r>
            <a:r>
              <a:rPr sz="1050" b="0">
                <a:solidFill>
                  <a:srgbClr val="1A1A1A"/>
                </a:solidFill>
                <a:latin typeface="Google Sans SemiBold"/>
              </a:rPr>
              <a:t>across cross-validation, validation and test, so the model is not overfitting.</a:t>
            </a:r>
          </a:p>
        </p:txBody>
      </p:sp>
      <p:sp>
        <p:nvSpPr>
          <p:cNvPr id="457" name="TextBox 456"/>
          <p:cNvSpPr txBox="1"/>
          <p:nvPr/>
        </p:nvSpPr>
        <p:spPr>
          <a:xfrm>
            <a:off x="482600" y="7150100"/>
            <a:ext cx="3327400" cy="2819400"/>
          </a:xfrm>
          <a:prstGeom prst="rect">
            <a:avLst/>
          </a:prstGeom>
          <a:noFill/>
        </p:spPr>
        <p:txBody>
          <a:bodyPr wrap="square" lIns="30000" rIns="30000" tIns="20000" bIns="20000">
            <a:spAutoFit/>
          </a:bodyPr>
          <a:lstStyle/>
          <a:p>
            <a:pPr marL="128000" indent="-128000">
              <a:spcAft>
                <a:spcPts val="300"/>
              </a:spcAft>
              <a:buChar char="•"/>
            </a:pPr>
            <a:r>
              <a:rPr sz="1050" b="1">
                <a:solidFill>
                  <a:srgbClr val="1A1A1A"/>
                </a:solidFill>
                <a:latin typeface="Google Sans SemiBold"/>
              </a:rPr>
              <a:t>Pilot, don't automate: </a:t>
            </a:r>
            <a:r>
              <a:rPr sz="1050" b="0">
                <a:solidFill>
                  <a:srgbClr val="1A1A1A"/>
                </a:solidFill>
                <a:latin typeface="Google Sans SemiBold"/>
              </a:rPr>
              <a:t>use the model to shortlist at-risk users and test retention offers with an A/B test before a wider rollout.</a:t>
            </a:r>
          </a:p>
          <a:p>
            <a:pPr marL="128000" indent="-128000">
              <a:spcAft>
                <a:spcPts val="300"/>
              </a:spcAft>
              <a:buChar char="•"/>
            </a:pPr>
            <a:r>
              <a:rPr sz="1050" b="1">
                <a:solidFill>
                  <a:srgbClr val="1A1A1A"/>
                </a:solidFill>
                <a:latin typeface="Google Sans SemiBold"/>
              </a:rPr>
              <a:t>Collect richer data: </a:t>
            </a:r>
            <a:r>
              <a:rPr sz="1050" b="0">
                <a:solidFill>
                  <a:srgbClr val="1A1A1A"/>
                </a:solidFill>
                <a:latin typeface="Google Sans SemiBold"/>
              </a:rPr>
              <a:t>monthly usage over time, app performance, user feedback and reasons for leaving.</a:t>
            </a:r>
          </a:p>
          <a:p>
            <a:pPr marL="128000" indent="-128000">
              <a:spcAft>
                <a:spcPts val="300"/>
              </a:spcAft>
              <a:buChar char="•"/>
            </a:pPr>
            <a:r>
              <a:rPr sz="1050" b="1">
                <a:solidFill>
                  <a:srgbClr val="1A1A1A"/>
                </a:solidFill>
                <a:latin typeface="Google Sans SemiBold"/>
              </a:rPr>
              <a:t>Improve the model: </a:t>
            </a:r>
            <a:r>
              <a:rPr sz="1050" b="0">
                <a:solidFill>
                  <a:srgbClr val="1A1A1A"/>
                </a:solidFill>
                <a:latin typeface="Google Sans SemiBold"/>
              </a:rPr>
              <a:t>wider tuning, more features, a lower decision threshold to raise recall, and monthly monitoring.</a:t>
            </a:r>
          </a:p>
          <a:p>
            <a:pPr marL="128000" indent="-128000">
              <a:spcAft>
                <a:spcPts val="300"/>
              </a:spcAft>
              <a:buChar char="•"/>
            </a:pPr>
            <a:r>
              <a:rPr sz="1050" b="1">
                <a:solidFill>
                  <a:srgbClr val="1A1A1A"/>
                </a:solidFill>
                <a:latin typeface="Google Sans SemiBold"/>
              </a:rPr>
              <a:t>Questions to explore: </a:t>
            </a:r>
            <a:r>
              <a:rPr sz="1050" b="0">
                <a:solidFill>
                  <a:srgbClr val="1A1A1A"/>
                </a:solidFill>
                <a:latin typeface="Google Sans SemiBold"/>
              </a:rPr>
              <a:t>when after sign-up do users churn, and which user segments churn most?</a:t>
            </a:r>
          </a:p>
        </p:txBody>
      </p:sp>
      <p:sp>
        <p:nvSpPr>
          <p:cNvPr id="458" name="TextBox 457"/>
          <p:cNvSpPr txBox="1"/>
          <p:nvPr/>
        </p:nvSpPr>
        <p:spPr>
          <a:xfrm>
            <a:off x="3911600" y="3784600"/>
            <a:ext cx="3352800" cy="6184900"/>
          </a:xfrm>
          <a:prstGeom prst="rect">
            <a:avLst/>
          </a:prstGeom>
          <a:noFill/>
        </p:spPr>
        <p:txBody>
          <a:bodyPr wrap="square" lIns="30000" rIns="30000" tIns="20000" bIns="20000">
            <a:spAutoFit/>
          </a:bodyPr>
          <a:lstStyle/>
          <a:p>
            <a:pPr marL="128000" indent="-128000">
              <a:spcAft>
                <a:spcPts val="300"/>
              </a:spcAft>
              <a:buChar char="•"/>
            </a:pPr>
            <a:r>
              <a:rPr sz="1050" b="1">
                <a:solidFill>
                  <a:srgbClr val="1A1A1A"/>
                </a:solidFill>
                <a:latin typeface="Google Sans SemiBold"/>
              </a:rPr>
              <a:t>What drives the prediction: </a:t>
            </a:r>
            <a:r>
              <a:rPr sz="1050" b="0">
                <a:solidFill>
                  <a:srgbClr val="1A1A1A"/>
                </a:solidFill>
                <a:latin typeface="Google Sans SemiBold"/>
              </a:rPr>
              <a:t>average driving speed (km/h), days since sign-up, share of sessions in the last month, and navigations to favorite places. New ratio features make up 6 of the top 10 variables. Device type and the "professional driver" flag added almost nothing.</a:t>
            </a:r>
          </a:p>
          <a:p>
            <a:pPr marL="128000" indent="-128000">
              <a:spcAft>
                <a:spcPts val="300"/>
              </a:spcAft>
              <a:buChar char="•"/>
            </a:pPr>
            <a:r>
              <a:rPr sz="1050" b="1">
                <a:solidFill>
                  <a:srgbClr val="1A1A1A"/>
                </a:solidFill>
                <a:latin typeface="Google Sans SemiBold"/>
              </a:rPr>
              <a:t>Benefit: </a:t>
            </a:r>
            <a:r>
              <a:rPr sz="1050" b="0">
                <a:solidFill>
                  <a:srgbClr val="1A1A1A"/>
                </a:solidFill>
                <a:latin typeface="Google Sans SemiBold"/>
              </a:rPr>
              <a:t>XGBoost uses many behaviors at once, unlike the earlier logistic regression, which leaned mostly on days active.</a:t>
            </a:r>
          </a:p>
          <a:p>
            <a:pPr marL="128000" indent="-128000">
              <a:spcAft>
                <a:spcPts val="300"/>
              </a:spcAft>
              <a:buChar char="•"/>
            </a:pPr>
            <a:r>
              <a:rPr sz="1050" b="1">
                <a:solidFill>
                  <a:srgbClr val="1A1A1A"/>
                </a:solidFill>
                <a:latin typeface="Google Sans SemiBold"/>
              </a:rPr>
              <a:t>Limit 1, missed churners: </a:t>
            </a:r>
            <a:r>
              <a:rPr sz="1050" b="0">
                <a:solidFill>
                  <a:srgbClr val="1A1A1A"/>
                </a:solidFill>
                <a:latin typeface="Google Sans SemiBold"/>
              </a:rPr>
              <a:t>of 507 users who churned in the test data, the model found only 92 (about 1 in 5).</a:t>
            </a:r>
          </a:p>
          <a:p>
            <a:pPr marL="128000" indent="-128000">
              <a:spcAft>
                <a:spcPts val="300"/>
              </a:spcAft>
              <a:buChar char="•"/>
            </a:pPr>
            <a:r>
              <a:rPr sz="1050" b="1">
                <a:solidFill>
                  <a:srgbClr val="1A1A1A"/>
                </a:solidFill>
                <a:latin typeface="Google Sans SemiBold"/>
              </a:rPr>
              <a:t>Limit 2, false alarms: </a:t>
            </a:r>
            <a:r>
              <a:rPr sz="1050" b="0">
                <a:solidFill>
                  <a:srgbClr val="1A1A1A"/>
                </a:solidFill>
                <a:latin typeface="Google Sans SemiBold"/>
              </a:rPr>
              <a:t>of 217 users it flagged, 125 would have stayed (about 6 in 10). The cost is small (an unneeded offer), whereas a missed churner is a lost user.</a:t>
            </a:r>
          </a:p>
          <a:p>
            <a:pPr marL="128000" indent="-128000">
              <a:spcAft>
                <a:spcPts val="300"/>
              </a:spcAft>
              <a:buChar char="•"/>
            </a:pPr>
            <a:r>
              <a:rPr sz="1050" b="1">
                <a:solidFill>
                  <a:srgbClr val="1A1A1A"/>
                </a:solidFill>
                <a:latin typeface="Google Sans SemiBold"/>
              </a:rPr>
              <a:t>Limit 3, data: </a:t>
            </a:r>
            <a:r>
              <a:rPr sz="1050" b="0">
                <a:solidFill>
                  <a:srgbClr val="1A1A1A"/>
                </a:solidFill>
                <a:latin typeface="Google Sans SemiBold"/>
              </a:rPr>
              <a:t>one monthly snapshot of synthetic data. The model shows associations, not causes, and the usage data alone carries limited signal about who will leave.</a:t>
            </a:r>
          </a:p>
          <a:p>
            <a:pPr marL="128000" indent="-128000">
              <a:spcAft>
                <a:spcPts val="300"/>
              </a:spcAft>
              <a:buChar char="•"/>
            </a:pPr>
            <a:r>
              <a:rPr sz="1050" b="1">
                <a:solidFill>
                  <a:srgbClr val="1A1A1A"/>
                </a:solidFill>
                <a:latin typeface="Google Sans SemiBold"/>
              </a:rPr>
              <a:t>Bottom line: </a:t>
            </a:r>
            <a:r>
              <a:rPr sz="1050" b="0">
                <a:solidFill>
                  <a:srgbClr val="1A1A1A"/>
                </a:solidFill>
                <a:latin typeface="Google Sans SemiBold"/>
              </a:rPr>
              <a:t>useful as a support tool to prioritize retention efforts, not as the only basis for decisions.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